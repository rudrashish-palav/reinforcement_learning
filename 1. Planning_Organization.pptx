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8" r:id="rId2"/>
  </p:sldMasterIdLst>
  <p:notesMasterIdLst>
    <p:notesMasterId r:id="rId25"/>
  </p:notesMasterIdLst>
  <p:sldIdLst>
    <p:sldId id="257" r:id="rId3"/>
    <p:sldId id="258" r:id="rId4"/>
    <p:sldId id="379" r:id="rId5"/>
    <p:sldId id="261" r:id="rId6"/>
    <p:sldId id="380" r:id="rId7"/>
    <p:sldId id="3657" r:id="rId8"/>
    <p:sldId id="3665" r:id="rId9"/>
    <p:sldId id="3666" r:id="rId10"/>
    <p:sldId id="3658" r:id="rId11"/>
    <p:sldId id="3648" r:id="rId12"/>
    <p:sldId id="3656" r:id="rId13"/>
    <p:sldId id="3664" r:id="rId14"/>
    <p:sldId id="3661" r:id="rId15"/>
    <p:sldId id="3660" r:id="rId16"/>
    <p:sldId id="3662" r:id="rId17"/>
    <p:sldId id="3663" r:id="rId18"/>
    <p:sldId id="3659" r:id="rId19"/>
    <p:sldId id="377" r:id="rId20"/>
    <p:sldId id="3667" r:id="rId21"/>
    <p:sldId id="382" r:id="rId22"/>
    <p:sldId id="378" r:id="rId23"/>
    <p:sldId id="300"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B1063A"/>
    <a:srgbClr val="0070C0"/>
    <a:srgbClr val="FF5050"/>
    <a:srgbClr val="FF66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6" autoAdjust="0"/>
    <p:restoredTop sz="92644" autoAdjust="0"/>
  </p:normalViewPr>
  <p:slideViewPr>
    <p:cSldViewPr snapToGrid="0">
      <p:cViewPr varScale="1">
        <p:scale>
          <a:sx n="58" d="100"/>
          <a:sy n="58" d="100"/>
        </p:scale>
        <p:origin x="920"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presProps" Target="presProps.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B6E2612-5213-4B6B-99A8-BAC5DC9C4481}" type="datetimeFigureOut">
              <a:rPr lang="en-US" smtClean="0"/>
              <a:t>10/14/2025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271DED1-4C91-4561-A99B-E6676363E223}" type="slidenum">
              <a:rPr lang="en-US" smtClean="0"/>
              <a:t>‹#›</a:t>
            </a:fld>
            <a:endParaRPr lang="en-US"/>
          </a:p>
        </p:txBody>
      </p:sp>
    </p:spTree>
    <p:extLst>
      <p:ext uri="{BB962C8B-B14F-4D97-AF65-F5344CB8AC3E}">
        <p14:creationId xmlns:p14="http://schemas.microsoft.com/office/powerpoint/2010/main" val="18354517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charset="0"/>
                <a:ea typeface="ＭＳ Ｐゴシック" charset="-128"/>
              </a:defRPr>
            </a:lvl1pPr>
            <a:lvl2pPr marL="37931725" indent="-37474525">
              <a:spcBef>
                <a:spcPct val="30000"/>
              </a:spcBef>
              <a:defRPr sz="1200">
                <a:solidFill>
                  <a:schemeClr val="tx1"/>
                </a:solidFill>
                <a:latin typeface="Arial" charset="0"/>
                <a:ea typeface="ＭＳ Ｐゴシック" charset="-128"/>
              </a:defRPr>
            </a:lvl2pPr>
            <a:lvl3pPr marL="1143000" indent="-228600">
              <a:spcBef>
                <a:spcPct val="30000"/>
              </a:spcBef>
              <a:defRPr sz="1200">
                <a:solidFill>
                  <a:schemeClr val="tx1"/>
                </a:solidFill>
                <a:latin typeface="Arial" charset="0"/>
                <a:ea typeface="ＭＳ Ｐゴシック" charset="-128"/>
              </a:defRPr>
            </a:lvl3pPr>
            <a:lvl4pPr marL="1600200" indent="-228600">
              <a:spcBef>
                <a:spcPct val="30000"/>
              </a:spcBef>
              <a:defRPr sz="1200">
                <a:solidFill>
                  <a:schemeClr val="tx1"/>
                </a:solidFill>
                <a:latin typeface="Arial" charset="0"/>
                <a:ea typeface="ＭＳ Ｐゴシック" charset="-128"/>
              </a:defRPr>
            </a:lvl4pPr>
            <a:lvl5pPr marL="2057400" indent="-228600">
              <a:spcBef>
                <a:spcPct val="30000"/>
              </a:spcBef>
              <a:defRPr sz="1200">
                <a:solidFill>
                  <a:schemeClr val="tx1"/>
                </a:solidFill>
                <a:latin typeface="Arial" charset="0"/>
                <a:ea typeface="ＭＳ Ｐゴシック" charset="-128"/>
              </a:defRPr>
            </a:lvl5pPr>
            <a:lvl6pPr marL="2514600" indent="-228600" eaLnBrk="0" fontAlgn="base" hangingPunct="0">
              <a:spcBef>
                <a:spcPct val="30000"/>
              </a:spcBef>
              <a:spcAft>
                <a:spcPct val="0"/>
              </a:spcAft>
              <a:defRPr sz="1200">
                <a:solidFill>
                  <a:schemeClr val="tx1"/>
                </a:solidFill>
                <a:latin typeface="Arial" charset="0"/>
                <a:ea typeface="ＭＳ Ｐゴシック" charset="-128"/>
              </a:defRPr>
            </a:lvl6pPr>
            <a:lvl7pPr marL="2971800" indent="-228600" eaLnBrk="0" fontAlgn="base" hangingPunct="0">
              <a:spcBef>
                <a:spcPct val="30000"/>
              </a:spcBef>
              <a:spcAft>
                <a:spcPct val="0"/>
              </a:spcAft>
              <a:defRPr sz="1200">
                <a:solidFill>
                  <a:schemeClr val="tx1"/>
                </a:solidFill>
                <a:latin typeface="Arial" charset="0"/>
                <a:ea typeface="ＭＳ Ｐゴシック" charset="-128"/>
              </a:defRPr>
            </a:lvl7pPr>
            <a:lvl8pPr marL="3429000" indent="-228600" eaLnBrk="0" fontAlgn="base" hangingPunct="0">
              <a:spcBef>
                <a:spcPct val="30000"/>
              </a:spcBef>
              <a:spcAft>
                <a:spcPct val="0"/>
              </a:spcAft>
              <a:defRPr sz="1200">
                <a:solidFill>
                  <a:schemeClr val="tx1"/>
                </a:solidFill>
                <a:latin typeface="Arial" charset="0"/>
                <a:ea typeface="ＭＳ Ｐゴシック" charset="-128"/>
              </a:defRPr>
            </a:lvl8pPr>
            <a:lvl9pPr marL="3886200" indent="-228600" eaLnBrk="0" fontAlgn="base" hangingPunct="0">
              <a:spcBef>
                <a:spcPct val="30000"/>
              </a:spcBef>
              <a:spcAft>
                <a:spcPct val="0"/>
              </a:spcAft>
              <a:defRPr sz="1200">
                <a:solidFill>
                  <a:schemeClr val="tx1"/>
                </a:solidFill>
                <a:latin typeface="Arial" charset="0"/>
                <a:ea typeface="ＭＳ Ｐゴシック" charset="-128"/>
              </a:defRPr>
            </a:lvl9pPr>
          </a:lstStyle>
          <a:p>
            <a:pPr>
              <a:spcBef>
                <a:spcPct val="0"/>
              </a:spcBef>
            </a:pPr>
            <a:fld id="{AA897F7C-541D-514B-A114-CD1201CB23D6}" type="slidenum">
              <a:rPr lang="de-DE" altLang="x-none"/>
              <a:pPr>
                <a:spcBef>
                  <a:spcPct val="0"/>
                </a:spcBef>
              </a:pPr>
              <a:t>1</a:t>
            </a:fld>
            <a:endParaRPr lang="de-DE" altLang="x-none"/>
          </a:p>
        </p:txBody>
      </p:sp>
      <p:sp>
        <p:nvSpPr>
          <p:cNvPr id="28674" name="Rectangle 2"/>
          <p:cNvSpPr>
            <a:spLocks noGrp="1" noRot="1" noChangeAspect="1" noChangeArrowheads="1" noTextEdit="1"/>
          </p:cNvSpPr>
          <p:nvPr>
            <p:ph type="sldImg"/>
          </p:nvPr>
        </p:nvSpPr>
        <p:spPr>
          <a:ln/>
        </p:spPr>
      </p:sp>
      <p:sp>
        <p:nvSpPr>
          <p:cNvPr id="2867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x-none" dirty="0">
              <a:latin typeface="Arial" charset="0"/>
              <a:ea typeface="ＭＳ Ｐゴシック" charset="-128"/>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271DED1-4C91-4561-A99B-E6676363E223}" type="slidenum">
              <a:rPr lang="en-US" smtClean="0"/>
              <a:t>6</a:t>
            </a:fld>
            <a:endParaRPr lang="en-US"/>
          </a:p>
        </p:txBody>
      </p:sp>
    </p:spTree>
    <p:extLst>
      <p:ext uri="{BB962C8B-B14F-4D97-AF65-F5344CB8AC3E}">
        <p14:creationId xmlns:p14="http://schemas.microsoft.com/office/powerpoint/2010/main" val="311792086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a list of </a:t>
            </a:r>
            <a:r>
              <a:rPr lang="en-US" b="1" dirty="0"/>
              <a:t>references in ACM citation format</a:t>
            </a:r>
            <a:r>
              <a:rPr lang="en-US" dirty="0"/>
              <a:t> for the five foundation models discussed:</a:t>
            </a:r>
          </a:p>
          <a:p>
            <a:pPr marL="228600" indent="-228600">
              <a:buFont typeface="+mj-lt"/>
              <a:buAutoNum type="arabicPeriod"/>
            </a:pPr>
            <a:endParaRPr lang="en-US" dirty="0"/>
          </a:p>
        </p:txBody>
      </p:sp>
      <p:sp>
        <p:nvSpPr>
          <p:cNvPr id="4" name="Slide Number Placeholder 3"/>
          <p:cNvSpPr>
            <a:spLocks noGrp="1"/>
          </p:cNvSpPr>
          <p:nvPr>
            <p:ph type="sldNum" sz="quarter" idx="5"/>
          </p:nvPr>
        </p:nvSpPr>
        <p:spPr/>
        <p:txBody>
          <a:bodyPr/>
          <a:lstStyle/>
          <a:p>
            <a:fld id="{9271DED1-4C91-4561-A99B-E6676363E223}" type="slidenum">
              <a:rPr lang="en-US" smtClean="0"/>
              <a:t>7</a:t>
            </a:fld>
            <a:endParaRPr lang="en-US"/>
          </a:p>
        </p:txBody>
      </p:sp>
    </p:spTree>
    <p:extLst>
      <p:ext uri="{BB962C8B-B14F-4D97-AF65-F5344CB8AC3E}">
        <p14:creationId xmlns:p14="http://schemas.microsoft.com/office/powerpoint/2010/main" val="39273701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FEFBE9-0770-7372-5894-EA14B0524B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11C0AF-7C63-F358-70A1-25FD243F588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38B1432-A04F-4E0A-0232-5BE075EDA5E9}"/>
              </a:ext>
            </a:extLst>
          </p:cNvPr>
          <p:cNvSpPr>
            <a:spLocks noGrp="1"/>
          </p:cNvSpPr>
          <p:nvPr>
            <p:ph type="body" idx="1"/>
          </p:nvPr>
        </p:nvSpPr>
        <p:spPr/>
        <p:txBody>
          <a:bodyPr/>
          <a:lstStyle/>
          <a:p>
            <a:pPr marL="228600" indent="-228600">
              <a:buFont typeface="+mj-lt"/>
              <a:buAutoNum type="arabicPeriod"/>
            </a:pPr>
            <a:endParaRPr lang="en-US" dirty="0"/>
          </a:p>
        </p:txBody>
      </p:sp>
      <p:sp>
        <p:nvSpPr>
          <p:cNvPr id="4" name="Slide Number Placeholder 3">
            <a:extLst>
              <a:ext uri="{FF2B5EF4-FFF2-40B4-BE49-F238E27FC236}">
                <a16:creationId xmlns:a16="http://schemas.microsoft.com/office/drawing/2014/main" id="{D6F6B608-2E26-F9A7-8519-3D8B587A4779}"/>
              </a:ext>
            </a:extLst>
          </p:cNvPr>
          <p:cNvSpPr>
            <a:spLocks noGrp="1"/>
          </p:cNvSpPr>
          <p:nvPr>
            <p:ph type="sldNum" sz="quarter" idx="5"/>
          </p:nvPr>
        </p:nvSpPr>
        <p:spPr/>
        <p:txBody>
          <a:bodyPr/>
          <a:lstStyle/>
          <a:p>
            <a:fld id="{9271DED1-4C91-4561-A99B-E6676363E223}" type="slidenum">
              <a:rPr lang="en-US" smtClean="0"/>
              <a:t>8</a:t>
            </a:fld>
            <a:endParaRPr lang="en-US"/>
          </a:p>
        </p:txBody>
      </p:sp>
    </p:spTree>
    <p:extLst>
      <p:ext uri="{BB962C8B-B14F-4D97-AF65-F5344CB8AC3E}">
        <p14:creationId xmlns:p14="http://schemas.microsoft.com/office/powerpoint/2010/main" val="82128056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271DED1-4C91-4561-A99B-E6676363E223}" type="slidenum">
              <a:rPr lang="en-US" smtClean="0"/>
              <a:t>17</a:t>
            </a:fld>
            <a:endParaRPr lang="en-US"/>
          </a:p>
        </p:txBody>
      </p:sp>
    </p:spTree>
    <p:extLst>
      <p:ext uri="{BB962C8B-B14F-4D97-AF65-F5344CB8AC3E}">
        <p14:creationId xmlns:p14="http://schemas.microsoft.com/office/powerpoint/2010/main" val="9240789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will grade the group's paper report (80%) and presentations (20%). Note that the report includes documenting the experiments and the obtained results. Therefore, the grading of the report includes the experiments. During the project phase, we will require participation in meetings and other groups' presentations in the form of questions and feedback to their peers. </a:t>
            </a:r>
          </a:p>
        </p:txBody>
      </p:sp>
      <p:sp>
        <p:nvSpPr>
          <p:cNvPr id="4" name="Slide Number Placeholder 3"/>
          <p:cNvSpPr>
            <a:spLocks noGrp="1"/>
          </p:cNvSpPr>
          <p:nvPr>
            <p:ph type="sldNum" sz="quarter" idx="5"/>
          </p:nvPr>
        </p:nvSpPr>
        <p:spPr/>
        <p:txBody>
          <a:bodyPr/>
          <a:lstStyle/>
          <a:p>
            <a:fld id="{9271DED1-4C91-4561-A99B-E6676363E223}" type="slidenum">
              <a:rPr lang="en-US" smtClean="0"/>
              <a:t>20</a:t>
            </a:fld>
            <a:endParaRPr lang="en-US"/>
          </a:p>
        </p:txBody>
      </p:sp>
    </p:spTree>
    <p:extLst>
      <p:ext uri="{BB962C8B-B14F-4D97-AF65-F5344CB8AC3E}">
        <p14:creationId xmlns:p14="http://schemas.microsoft.com/office/powerpoint/2010/main" val="110198231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2.xml"/><Relationship Id="rId6" Type="http://schemas.openxmlformats.org/officeDocument/2006/relationships/image" Target="../media/image6.png"/><Relationship Id="rId5" Type="http://schemas.openxmlformats.org/officeDocument/2006/relationships/image" Target="../media/image5.svg"/><Relationship Id="rId4" Type="http://schemas.openxmlformats.org/officeDocument/2006/relationships/image" Target="../media/image4.png"/></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12.svg"/><Relationship Id="rId7" Type="http://schemas.openxmlformats.org/officeDocument/2006/relationships/image" Target="../media/image3.svg"/><Relationship Id="rId2" Type="http://schemas.openxmlformats.org/officeDocument/2006/relationships/image" Target="../media/image11.png"/><Relationship Id="rId1" Type="http://schemas.openxmlformats.org/officeDocument/2006/relationships/slideMaster" Target="../slideMasters/slideMaster2.xml"/><Relationship Id="rId6" Type="http://schemas.openxmlformats.org/officeDocument/2006/relationships/image" Target="../media/image2.png"/><Relationship Id="rId5" Type="http://schemas.openxmlformats.org/officeDocument/2006/relationships/image" Target="../media/image5.svg"/><Relationship Id="rId4" Type="http://schemas.openxmlformats.org/officeDocument/2006/relationships/image" Target="../media/image4.png"/></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sp>
        <p:nvSpPr>
          <p:cNvPr id="4" name="Rechteck 3"/>
          <p:cNvSpPr/>
          <p:nvPr/>
        </p:nvSpPr>
        <p:spPr bwMode="gray">
          <a:xfrm>
            <a:off x="9504379" y="270730"/>
            <a:ext cx="2687621" cy="157409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4000" tIns="96000" rIns="144000" bIns="96000" numCol="1" spcCol="0" rtlCol="0" fromWordArt="0" anchor="ctr" anchorCtr="0" forceAA="0" compatLnSpc="1">
            <a:prstTxWarp prst="textNoShape">
              <a:avLst/>
            </a:prstTxWarp>
            <a:noAutofit/>
          </a:bodyPr>
          <a:lstStyle/>
          <a:p>
            <a:pPr algn="ctr">
              <a:spcBef>
                <a:spcPts val="400"/>
              </a:spcBef>
              <a:spcAft>
                <a:spcPts val="400"/>
              </a:spcAft>
            </a:pPr>
            <a:endParaRPr lang="de-DE" sz="1600" b="1" dirty="0" err="1">
              <a:solidFill>
                <a:schemeClr val="bg1"/>
              </a:solidFill>
            </a:endParaRPr>
          </a:p>
        </p:txBody>
      </p:sp>
      <p:sp>
        <p:nvSpPr>
          <p:cNvPr id="14" name="Rectangle 13"/>
          <p:cNvSpPr/>
          <p:nvPr/>
        </p:nvSpPr>
        <p:spPr bwMode="gray">
          <a:xfrm>
            <a:off x="143340" y="2"/>
            <a:ext cx="9841093" cy="155679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grpSp>
        <p:nvGrpSpPr>
          <p:cNvPr id="11" name="Group 11"/>
          <p:cNvGrpSpPr>
            <a:grpSpLocks noChangeAspect="1"/>
          </p:cNvGrpSpPr>
          <p:nvPr/>
        </p:nvGrpSpPr>
        <p:grpSpPr bwMode="gray">
          <a:xfrm>
            <a:off x="10176454" y="270730"/>
            <a:ext cx="1824204" cy="1041877"/>
            <a:chOff x="2109" y="940"/>
            <a:chExt cx="991" cy="566"/>
          </a:xfrm>
        </p:grpSpPr>
        <p:sp>
          <p:nvSpPr>
            <p:cNvPr id="12" name="AutoShape 10"/>
            <p:cNvSpPr>
              <a:spLocks noChangeAspect="1" noChangeArrowheads="1" noTextEdit="1"/>
            </p:cNvSpPr>
            <p:nvPr/>
          </p:nvSpPr>
          <p:spPr bwMode="gray">
            <a:xfrm>
              <a:off x="2109" y="940"/>
              <a:ext cx="990" cy="5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pic>
          <p:nvPicPr>
            <p:cNvPr id="13" name="Picture 12"/>
            <p:cNvPicPr>
              <a:picLocks noChangeAspect="1" noChangeArrowheads="1"/>
            </p:cNvPicPr>
            <p:nvPr/>
          </p:nvPicPr>
          <p:blipFill rotWithShape="1">
            <a:blip r:embed="rId2" cstate="screen">
              <a:extLst>
                <a:ext uri="{28A0092B-C50C-407E-A947-70E740481C1C}">
                  <a14:useLocalDpi xmlns:a14="http://schemas.microsoft.com/office/drawing/2010/main"/>
                </a:ext>
              </a:extLst>
            </a:blip>
            <a:srcRect b="235"/>
            <a:stretch/>
          </p:blipFill>
          <p:spPr bwMode="gray">
            <a:xfrm>
              <a:off x="2109" y="940"/>
              <a:ext cx="991" cy="5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21" name="Rectangle 20"/>
          <p:cNvSpPr/>
          <p:nvPr/>
        </p:nvSpPr>
        <p:spPr bwMode="gray">
          <a:xfrm>
            <a:off x="239186" y="3909485"/>
            <a:ext cx="11468097" cy="273684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4" name="Picture Placeholder 23"/>
          <p:cNvSpPr>
            <a:spLocks noGrp="1"/>
          </p:cNvSpPr>
          <p:nvPr>
            <p:ph type="pic" sz="quarter" idx="10" hasCustomPrompt="1"/>
          </p:nvPr>
        </p:nvSpPr>
        <p:spPr bwMode="gray">
          <a:xfrm>
            <a:off x="478367" y="1411817"/>
            <a:ext cx="11474451" cy="4993217"/>
          </a:xfrm>
          <a:noFill/>
          <a:ln>
            <a:noFill/>
          </a:ln>
        </p:spPr>
        <p:txBody>
          <a:bodyPr anchor="ctr"/>
          <a:lstStyle>
            <a:lvl1pPr algn="ctr">
              <a:defRPr i="1"/>
            </a:lvl1pPr>
          </a:lstStyle>
          <a:p>
            <a:r>
              <a:rPr lang="de-DE" dirty="0"/>
              <a:t>Insert </a:t>
            </a:r>
            <a:r>
              <a:rPr lang="de-DE" dirty="0" err="1"/>
              <a:t>picture</a:t>
            </a:r>
            <a:r>
              <a:rPr lang="de-DE" dirty="0"/>
              <a:t> </a:t>
            </a:r>
            <a:r>
              <a:rPr lang="de-DE" dirty="0" err="1"/>
              <a:t>by</a:t>
            </a:r>
            <a:r>
              <a:rPr lang="de-DE" dirty="0"/>
              <a:t> </a:t>
            </a:r>
            <a:br>
              <a:rPr lang="de-DE" dirty="0"/>
            </a:br>
            <a:r>
              <a:rPr lang="de-DE" dirty="0" err="1"/>
              <a:t>clicking</a:t>
            </a:r>
            <a:r>
              <a:rPr lang="de-DE" dirty="0"/>
              <a:t> </a:t>
            </a:r>
            <a:r>
              <a:rPr lang="de-DE" dirty="0" err="1"/>
              <a:t>the</a:t>
            </a:r>
            <a:r>
              <a:rPr lang="de-DE" dirty="0"/>
              <a:t> </a:t>
            </a:r>
            <a:r>
              <a:rPr lang="de-DE" dirty="0" err="1"/>
              <a:t>icon</a:t>
            </a:r>
            <a:endParaRPr lang="de-DE" dirty="0"/>
          </a:p>
          <a:p>
            <a:endParaRPr lang="de-DE" dirty="0"/>
          </a:p>
          <a:p>
            <a:endParaRPr lang="de-DE" dirty="0"/>
          </a:p>
          <a:p>
            <a:endParaRPr lang="de-DE" dirty="0"/>
          </a:p>
          <a:p>
            <a:endParaRPr lang="en-US" dirty="0"/>
          </a:p>
        </p:txBody>
      </p:sp>
      <p:sp>
        <p:nvSpPr>
          <p:cNvPr id="6" name="Textplatzhalter 5"/>
          <p:cNvSpPr>
            <a:spLocks noGrp="1"/>
          </p:cNvSpPr>
          <p:nvPr>
            <p:ph type="body" sz="quarter" idx="11" hasCustomPrompt="1"/>
          </p:nvPr>
        </p:nvSpPr>
        <p:spPr>
          <a:xfrm>
            <a:off x="239186" y="3902392"/>
            <a:ext cx="11468097" cy="2743941"/>
          </a:xfrm>
          <a:solidFill>
            <a:schemeClr val="accent1">
              <a:alpha val="70000"/>
            </a:schemeClr>
          </a:solidFill>
        </p:spPr>
        <p:txBody>
          <a:bodyPr vert="horz" lIns="108000" tIns="252000" rIns="0" bIns="0" rtlCol="0" anchor="t" anchorCtr="0">
            <a:noAutofit/>
          </a:bodyPr>
          <a:lstStyle>
            <a:lvl1pPr>
              <a:defRPr lang="de-DE" sz="2667" baseline="0" dirty="0">
                <a:solidFill>
                  <a:schemeClr val="bg1"/>
                </a:solidFill>
                <a:latin typeface="+mj-lt"/>
                <a:ea typeface="+mj-ea"/>
                <a:cs typeface="+mj-cs"/>
              </a:defRPr>
            </a:lvl1pPr>
          </a:lstStyle>
          <a:p>
            <a:pPr lvl="0">
              <a:spcBef>
                <a:spcPct val="0"/>
              </a:spcBef>
            </a:pPr>
            <a:r>
              <a:rPr lang="de-DE" dirty="0"/>
              <a:t>   </a:t>
            </a:r>
          </a:p>
        </p:txBody>
      </p:sp>
      <p:sp>
        <p:nvSpPr>
          <p:cNvPr id="2" name="Title 1"/>
          <p:cNvSpPr>
            <a:spLocks noGrp="1"/>
          </p:cNvSpPr>
          <p:nvPr>
            <p:ph type="ctrTitle" hasCustomPrompt="1"/>
          </p:nvPr>
        </p:nvSpPr>
        <p:spPr bwMode="gray">
          <a:xfrm>
            <a:off x="478365" y="3902392"/>
            <a:ext cx="11228919" cy="2495549"/>
          </a:xfrm>
          <a:noFill/>
        </p:spPr>
        <p:txBody>
          <a:bodyPr lIns="108000" tIns="252000"/>
          <a:lstStyle>
            <a:lvl1pPr>
              <a:defRPr sz="2667">
                <a:solidFill>
                  <a:schemeClr val="bg1"/>
                </a:solidFill>
              </a:defRPr>
            </a:lvl1pPr>
          </a:lstStyle>
          <a:p>
            <a:r>
              <a:rPr lang="en-US" dirty="0" err="1"/>
              <a:t>Presentationtitle</a:t>
            </a:r>
            <a:br>
              <a:rPr lang="en-US" dirty="0"/>
            </a:br>
            <a:r>
              <a:rPr lang="en-US" dirty="0"/>
              <a:t>up to maximum 2 lines</a:t>
            </a:r>
          </a:p>
        </p:txBody>
      </p:sp>
      <p:sp>
        <p:nvSpPr>
          <p:cNvPr id="3" name="Subtitle 2"/>
          <p:cNvSpPr>
            <a:spLocks noGrp="1"/>
          </p:cNvSpPr>
          <p:nvPr>
            <p:ph type="subTitle" idx="1" hasCustomPrompt="1"/>
          </p:nvPr>
        </p:nvSpPr>
        <p:spPr bwMode="gray">
          <a:xfrm>
            <a:off x="5183715" y="5277909"/>
            <a:ext cx="6523568" cy="1120033"/>
          </a:xfrm>
        </p:spPr>
        <p:txBody>
          <a:bodyPr rIns="108000"/>
          <a:lstStyle>
            <a:lvl1pPr marL="0" indent="0" algn="r">
              <a:buNone/>
              <a:defRPr sz="1867">
                <a:solidFill>
                  <a:schemeClr val="bg1"/>
                </a:solidFill>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US" dirty="0"/>
              <a:t>Speaker</a:t>
            </a:r>
            <a:br>
              <a:rPr lang="en-US" dirty="0"/>
            </a:br>
            <a:r>
              <a:rPr lang="en-US" dirty="0"/>
              <a:t>Job Description</a:t>
            </a:r>
            <a:br>
              <a:rPr lang="en-US" dirty="0"/>
            </a:br>
            <a:r>
              <a:rPr lang="en-US" dirty="0"/>
              <a:t>Institute</a:t>
            </a:r>
          </a:p>
        </p:txBody>
      </p:sp>
    </p:spTree>
    <p:extLst>
      <p:ext uri="{BB962C8B-B14F-4D97-AF65-F5344CB8AC3E}">
        <p14:creationId xmlns:p14="http://schemas.microsoft.com/office/powerpoint/2010/main" val="4171889904"/>
      </p:ext>
    </p:extLst>
  </p:cSld>
  <p:clrMapOvr>
    <a:masterClrMapping/>
  </p:clrMapOvr>
  <p:transition>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Slide _ Small Text Area">
    <p:spTree>
      <p:nvGrpSpPr>
        <p:cNvPr id="1" name=""/>
        <p:cNvGrpSpPr/>
        <p:nvPr/>
      </p:nvGrpSpPr>
      <p:grpSpPr>
        <a:xfrm>
          <a:off x="0" y="0"/>
          <a:ext cx="0" cy="0"/>
          <a:chOff x="0" y="0"/>
          <a:chExt cx="0" cy="0"/>
        </a:xfrm>
      </p:grpSpPr>
      <p:sp>
        <p:nvSpPr>
          <p:cNvPr id="13" name="Rechteck 12"/>
          <p:cNvSpPr/>
          <p:nvPr/>
        </p:nvSpPr>
        <p:spPr bwMode="gray">
          <a:xfrm>
            <a:off x="9504379" y="270730"/>
            <a:ext cx="2687621" cy="157409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4000" tIns="96000" rIns="144000" bIns="96000" numCol="1" spcCol="0" rtlCol="0" fromWordArt="0" anchor="ctr" anchorCtr="0" forceAA="0" compatLnSpc="1">
            <a:prstTxWarp prst="textNoShape">
              <a:avLst/>
            </a:prstTxWarp>
            <a:noAutofit/>
          </a:bodyPr>
          <a:lstStyle/>
          <a:p>
            <a:pPr algn="ctr">
              <a:spcBef>
                <a:spcPts val="400"/>
              </a:spcBef>
              <a:spcAft>
                <a:spcPts val="400"/>
              </a:spcAft>
            </a:pPr>
            <a:endParaRPr lang="de-DE" sz="1600" b="1" dirty="0" err="1">
              <a:solidFill>
                <a:schemeClr val="bg1"/>
              </a:solidFill>
            </a:endParaRPr>
          </a:p>
        </p:txBody>
      </p:sp>
      <p:sp>
        <p:nvSpPr>
          <p:cNvPr id="14" name="Rectangle 13"/>
          <p:cNvSpPr/>
          <p:nvPr/>
        </p:nvSpPr>
        <p:spPr bwMode="gray">
          <a:xfrm>
            <a:off x="143340" y="2"/>
            <a:ext cx="9841093" cy="150878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grpSp>
        <p:nvGrpSpPr>
          <p:cNvPr id="10" name="Group 11"/>
          <p:cNvGrpSpPr>
            <a:grpSpLocks noChangeAspect="1"/>
          </p:cNvGrpSpPr>
          <p:nvPr/>
        </p:nvGrpSpPr>
        <p:grpSpPr bwMode="gray">
          <a:xfrm>
            <a:off x="10176454" y="270730"/>
            <a:ext cx="1824204" cy="1041877"/>
            <a:chOff x="2109" y="940"/>
            <a:chExt cx="991" cy="566"/>
          </a:xfrm>
        </p:grpSpPr>
        <p:sp>
          <p:nvSpPr>
            <p:cNvPr id="11" name="AutoShape 10"/>
            <p:cNvSpPr>
              <a:spLocks noChangeAspect="1" noChangeArrowheads="1" noTextEdit="1"/>
            </p:cNvSpPr>
            <p:nvPr/>
          </p:nvSpPr>
          <p:spPr bwMode="gray">
            <a:xfrm>
              <a:off x="2109" y="940"/>
              <a:ext cx="990" cy="5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pic>
          <p:nvPicPr>
            <p:cNvPr id="12" name="Picture 12"/>
            <p:cNvPicPr>
              <a:picLocks noChangeAspect="1" noChangeArrowheads="1"/>
            </p:cNvPicPr>
            <p:nvPr/>
          </p:nvPicPr>
          <p:blipFill rotWithShape="1">
            <a:blip r:embed="rId2" cstate="screen">
              <a:extLst>
                <a:ext uri="{28A0092B-C50C-407E-A947-70E740481C1C}">
                  <a14:useLocalDpi xmlns:a14="http://schemas.microsoft.com/office/drawing/2010/main"/>
                </a:ext>
              </a:extLst>
            </a:blip>
            <a:srcRect b="235"/>
            <a:stretch/>
          </p:blipFill>
          <p:spPr bwMode="gray">
            <a:xfrm>
              <a:off x="2109" y="940"/>
              <a:ext cx="991" cy="5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21" name="Rectangle 20"/>
          <p:cNvSpPr/>
          <p:nvPr/>
        </p:nvSpPr>
        <p:spPr bwMode="gray">
          <a:xfrm>
            <a:off x="239186" y="4805683"/>
            <a:ext cx="11468100" cy="184065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4" name="Picture Placeholder 23"/>
          <p:cNvSpPr>
            <a:spLocks noGrp="1"/>
          </p:cNvSpPr>
          <p:nvPr>
            <p:ph type="pic" sz="quarter" idx="10" hasCustomPrompt="1"/>
          </p:nvPr>
        </p:nvSpPr>
        <p:spPr bwMode="gray">
          <a:xfrm>
            <a:off x="478367" y="1411817"/>
            <a:ext cx="11474451" cy="4986867"/>
          </a:xfrm>
          <a:noFill/>
          <a:ln>
            <a:noFill/>
          </a:ln>
        </p:spPr>
        <p:txBody>
          <a:bodyPr anchor="ctr"/>
          <a:lstStyle>
            <a:lvl1pPr algn="ctr">
              <a:defRPr i="1"/>
            </a:lvl1pPr>
          </a:lstStyle>
          <a:p>
            <a:r>
              <a:rPr lang="de-DE" dirty="0"/>
              <a:t>Insert </a:t>
            </a:r>
            <a:r>
              <a:rPr lang="de-DE" dirty="0" err="1"/>
              <a:t>picture</a:t>
            </a:r>
            <a:r>
              <a:rPr lang="de-DE" dirty="0"/>
              <a:t> </a:t>
            </a:r>
            <a:r>
              <a:rPr lang="de-DE" dirty="0" err="1"/>
              <a:t>by</a:t>
            </a:r>
            <a:r>
              <a:rPr lang="de-DE" dirty="0"/>
              <a:t> </a:t>
            </a:r>
            <a:br>
              <a:rPr lang="de-DE" dirty="0"/>
            </a:br>
            <a:r>
              <a:rPr lang="de-DE" dirty="0" err="1"/>
              <a:t>clicking</a:t>
            </a:r>
            <a:r>
              <a:rPr lang="de-DE" dirty="0"/>
              <a:t> </a:t>
            </a:r>
            <a:r>
              <a:rPr lang="de-DE" dirty="0" err="1"/>
              <a:t>the</a:t>
            </a:r>
            <a:r>
              <a:rPr lang="de-DE" dirty="0"/>
              <a:t> </a:t>
            </a:r>
            <a:r>
              <a:rPr lang="de-DE" dirty="0" err="1"/>
              <a:t>icon</a:t>
            </a:r>
            <a:endParaRPr lang="de-DE" dirty="0"/>
          </a:p>
          <a:p>
            <a:endParaRPr lang="de-DE" dirty="0"/>
          </a:p>
          <a:p>
            <a:endParaRPr lang="de-DE" dirty="0"/>
          </a:p>
          <a:p>
            <a:endParaRPr lang="de-DE" dirty="0"/>
          </a:p>
          <a:p>
            <a:endParaRPr lang="en-US" dirty="0"/>
          </a:p>
        </p:txBody>
      </p:sp>
      <p:sp>
        <p:nvSpPr>
          <p:cNvPr id="15" name="Textplatzhalter 5"/>
          <p:cNvSpPr>
            <a:spLocks noGrp="1"/>
          </p:cNvSpPr>
          <p:nvPr>
            <p:ph type="body" sz="quarter" idx="11" hasCustomPrompt="1"/>
          </p:nvPr>
        </p:nvSpPr>
        <p:spPr>
          <a:xfrm>
            <a:off x="239186" y="4805681"/>
            <a:ext cx="11468097" cy="1840652"/>
          </a:xfrm>
          <a:solidFill>
            <a:schemeClr val="accent1">
              <a:alpha val="70000"/>
            </a:schemeClr>
          </a:solidFill>
        </p:spPr>
        <p:txBody>
          <a:bodyPr vert="horz" lIns="108000" tIns="252000" rIns="0" bIns="0" rtlCol="0" anchor="t" anchorCtr="0">
            <a:noAutofit/>
          </a:bodyPr>
          <a:lstStyle>
            <a:lvl1pPr>
              <a:defRPr lang="de-DE" sz="2667" baseline="0" dirty="0">
                <a:solidFill>
                  <a:schemeClr val="bg1"/>
                </a:solidFill>
                <a:latin typeface="+mj-lt"/>
                <a:ea typeface="+mj-ea"/>
                <a:cs typeface="+mj-cs"/>
              </a:defRPr>
            </a:lvl1pPr>
          </a:lstStyle>
          <a:p>
            <a:pPr lvl="0">
              <a:spcBef>
                <a:spcPct val="0"/>
              </a:spcBef>
            </a:pPr>
            <a:r>
              <a:rPr lang="de-DE" dirty="0"/>
              <a:t>   </a:t>
            </a:r>
          </a:p>
        </p:txBody>
      </p:sp>
      <p:sp>
        <p:nvSpPr>
          <p:cNvPr id="2" name="Title 1"/>
          <p:cNvSpPr>
            <a:spLocks noGrp="1"/>
          </p:cNvSpPr>
          <p:nvPr>
            <p:ph type="ctrTitle" hasCustomPrompt="1"/>
          </p:nvPr>
        </p:nvSpPr>
        <p:spPr bwMode="gray">
          <a:xfrm>
            <a:off x="478367" y="4805681"/>
            <a:ext cx="11228919" cy="1599355"/>
          </a:xfrm>
          <a:noFill/>
        </p:spPr>
        <p:txBody>
          <a:bodyPr lIns="108000" tIns="252000"/>
          <a:lstStyle>
            <a:lvl1pPr>
              <a:defRPr sz="2667">
                <a:solidFill>
                  <a:schemeClr val="bg1"/>
                </a:solidFill>
              </a:defRPr>
            </a:lvl1pPr>
          </a:lstStyle>
          <a:p>
            <a:r>
              <a:rPr lang="en-US" dirty="0" err="1"/>
              <a:t>Presentationtitle</a:t>
            </a:r>
            <a:br>
              <a:rPr lang="en-US" dirty="0"/>
            </a:br>
            <a:r>
              <a:rPr lang="en-US" dirty="0"/>
              <a:t>up to maximum</a:t>
            </a:r>
            <a:br>
              <a:rPr lang="en-US" dirty="0"/>
            </a:br>
            <a:r>
              <a:rPr lang="en-US" dirty="0"/>
              <a:t>2 lines</a:t>
            </a:r>
          </a:p>
        </p:txBody>
      </p:sp>
    </p:spTree>
    <p:extLst>
      <p:ext uri="{BB962C8B-B14F-4D97-AF65-F5344CB8AC3E}">
        <p14:creationId xmlns:p14="http://schemas.microsoft.com/office/powerpoint/2010/main" val="1456928506"/>
      </p:ext>
    </p:extLst>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Slide Orange">
    <p:spTree>
      <p:nvGrpSpPr>
        <p:cNvPr id="1" name=""/>
        <p:cNvGrpSpPr/>
        <p:nvPr/>
      </p:nvGrpSpPr>
      <p:grpSpPr>
        <a:xfrm>
          <a:off x="0" y="0"/>
          <a:ext cx="0" cy="0"/>
          <a:chOff x="0" y="0"/>
          <a:chExt cx="0" cy="0"/>
        </a:xfrm>
      </p:grpSpPr>
      <p:sp>
        <p:nvSpPr>
          <p:cNvPr id="15" name="Rechteck 14"/>
          <p:cNvSpPr/>
          <p:nvPr/>
        </p:nvSpPr>
        <p:spPr bwMode="gray">
          <a:xfrm>
            <a:off x="9504379" y="270730"/>
            <a:ext cx="2687621" cy="157409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4000" tIns="96000" rIns="144000" bIns="96000" numCol="1" spcCol="0" rtlCol="0" fromWordArt="0" anchor="ctr" anchorCtr="0" forceAA="0" compatLnSpc="1">
            <a:prstTxWarp prst="textNoShape">
              <a:avLst/>
            </a:prstTxWarp>
            <a:noAutofit/>
          </a:bodyPr>
          <a:lstStyle/>
          <a:p>
            <a:pPr algn="ctr">
              <a:spcBef>
                <a:spcPts val="400"/>
              </a:spcBef>
              <a:spcAft>
                <a:spcPts val="400"/>
              </a:spcAft>
            </a:pPr>
            <a:endParaRPr lang="de-DE" sz="1600" b="1" dirty="0" err="1">
              <a:solidFill>
                <a:schemeClr val="bg1"/>
              </a:solidFill>
            </a:endParaRPr>
          </a:p>
        </p:txBody>
      </p:sp>
      <p:sp>
        <p:nvSpPr>
          <p:cNvPr id="14" name="Rectangle 13"/>
          <p:cNvSpPr/>
          <p:nvPr/>
        </p:nvSpPr>
        <p:spPr bwMode="gray">
          <a:xfrm>
            <a:off x="143340" y="2"/>
            <a:ext cx="9841093" cy="150878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grpSp>
        <p:nvGrpSpPr>
          <p:cNvPr id="11" name="Group 11"/>
          <p:cNvGrpSpPr>
            <a:grpSpLocks noChangeAspect="1"/>
          </p:cNvGrpSpPr>
          <p:nvPr/>
        </p:nvGrpSpPr>
        <p:grpSpPr bwMode="gray">
          <a:xfrm>
            <a:off x="10176454" y="270730"/>
            <a:ext cx="1824204" cy="1041877"/>
            <a:chOff x="2109" y="940"/>
            <a:chExt cx="991" cy="566"/>
          </a:xfrm>
        </p:grpSpPr>
        <p:sp>
          <p:nvSpPr>
            <p:cNvPr id="12" name="AutoShape 10"/>
            <p:cNvSpPr>
              <a:spLocks noChangeAspect="1" noChangeArrowheads="1" noTextEdit="1"/>
            </p:cNvSpPr>
            <p:nvPr/>
          </p:nvSpPr>
          <p:spPr bwMode="gray">
            <a:xfrm>
              <a:off x="2109" y="940"/>
              <a:ext cx="990" cy="5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pic>
          <p:nvPicPr>
            <p:cNvPr id="13" name="Picture 12"/>
            <p:cNvPicPr>
              <a:picLocks noChangeAspect="1" noChangeArrowheads="1"/>
            </p:cNvPicPr>
            <p:nvPr/>
          </p:nvPicPr>
          <p:blipFill rotWithShape="1">
            <a:blip r:embed="rId2" cstate="screen">
              <a:extLst>
                <a:ext uri="{28A0092B-C50C-407E-A947-70E740481C1C}">
                  <a14:useLocalDpi xmlns:a14="http://schemas.microsoft.com/office/drawing/2010/main"/>
                </a:ext>
              </a:extLst>
            </a:blip>
            <a:srcRect b="235"/>
            <a:stretch/>
          </p:blipFill>
          <p:spPr bwMode="gray">
            <a:xfrm>
              <a:off x="2109" y="940"/>
              <a:ext cx="991" cy="5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21" name="Rectangle 20"/>
          <p:cNvSpPr/>
          <p:nvPr/>
        </p:nvSpPr>
        <p:spPr bwMode="gray">
          <a:xfrm>
            <a:off x="239185" y="3909485"/>
            <a:ext cx="11468100" cy="27368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4" name="Picture Placeholder 23"/>
          <p:cNvSpPr>
            <a:spLocks noGrp="1"/>
          </p:cNvSpPr>
          <p:nvPr>
            <p:ph type="pic" sz="quarter" idx="10" hasCustomPrompt="1"/>
          </p:nvPr>
        </p:nvSpPr>
        <p:spPr bwMode="gray">
          <a:xfrm>
            <a:off x="478367" y="1411817"/>
            <a:ext cx="11474451" cy="4993217"/>
          </a:xfrm>
          <a:noFill/>
          <a:ln>
            <a:noFill/>
          </a:ln>
        </p:spPr>
        <p:txBody>
          <a:bodyPr anchor="ctr"/>
          <a:lstStyle>
            <a:lvl1pPr algn="ctr">
              <a:defRPr i="1"/>
            </a:lvl1pPr>
          </a:lstStyle>
          <a:p>
            <a:r>
              <a:rPr lang="de-DE" dirty="0"/>
              <a:t>Insert </a:t>
            </a:r>
            <a:r>
              <a:rPr lang="de-DE" dirty="0" err="1"/>
              <a:t>picture</a:t>
            </a:r>
            <a:r>
              <a:rPr lang="de-DE" dirty="0"/>
              <a:t> </a:t>
            </a:r>
            <a:r>
              <a:rPr lang="de-DE" dirty="0" err="1"/>
              <a:t>by</a:t>
            </a:r>
            <a:r>
              <a:rPr lang="de-DE" dirty="0"/>
              <a:t> </a:t>
            </a:r>
            <a:br>
              <a:rPr lang="de-DE" dirty="0"/>
            </a:br>
            <a:r>
              <a:rPr lang="de-DE" dirty="0" err="1"/>
              <a:t>clicking</a:t>
            </a:r>
            <a:r>
              <a:rPr lang="de-DE" dirty="0"/>
              <a:t> </a:t>
            </a:r>
            <a:r>
              <a:rPr lang="de-DE" dirty="0" err="1"/>
              <a:t>the</a:t>
            </a:r>
            <a:r>
              <a:rPr lang="de-DE" dirty="0"/>
              <a:t> </a:t>
            </a:r>
            <a:r>
              <a:rPr lang="de-DE" dirty="0" err="1"/>
              <a:t>icon</a:t>
            </a:r>
            <a:endParaRPr lang="de-DE" dirty="0"/>
          </a:p>
          <a:p>
            <a:endParaRPr lang="de-DE" dirty="0"/>
          </a:p>
          <a:p>
            <a:endParaRPr lang="de-DE" dirty="0"/>
          </a:p>
          <a:p>
            <a:endParaRPr lang="de-DE" dirty="0"/>
          </a:p>
          <a:p>
            <a:endParaRPr lang="en-US" dirty="0"/>
          </a:p>
        </p:txBody>
      </p:sp>
      <p:sp>
        <p:nvSpPr>
          <p:cNvPr id="16" name="Textplatzhalter 5"/>
          <p:cNvSpPr>
            <a:spLocks noGrp="1"/>
          </p:cNvSpPr>
          <p:nvPr>
            <p:ph type="body" sz="quarter" idx="11" hasCustomPrompt="1"/>
          </p:nvPr>
        </p:nvSpPr>
        <p:spPr>
          <a:xfrm>
            <a:off x="239186" y="3902392"/>
            <a:ext cx="11468097" cy="2743941"/>
          </a:xfrm>
          <a:solidFill>
            <a:schemeClr val="accent2">
              <a:alpha val="70000"/>
            </a:schemeClr>
          </a:solidFill>
        </p:spPr>
        <p:txBody>
          <a:bodyPr vert="horz" lIns="108000" tIns="252000" rIns="0" bIns="0" rtlCol="0" anchor="t" anchorCtr="0">
            <a:noAutofit/>
          </a:bodyPr>
          <a:lstStyle>
            <a:lvl1pPr>
              <a:defRPr lang="de-DE" sz="2667" baseline="0" dirty="0">
                <a:solidFill>
                  <a:schemeClr val="bg1"/>
                </a:solidFill>
                <a:latin typeface="+mj-lt"/>
                <a:ea typeface="+mj-ea"/>
                <a:cs typeface="+mj-cs"/>
              </a:defRPr>
            </a:lvl1pPr>
          </a:lstStyle>
          <a:p>
            <a:pPr lvl="0">
              <a:spcBef>
                <a:spcPct val="0"/>
              </a:spcBef>
            </a:pPr>
            <a:r>
              <a:rPr lang="de-DE" dirty="0"/>
              <a:t>   </a:t>
            </a:r>
          </a:p>
        </p:txBody>
      </p:sp>
      <p:sp>
        <p:nvSpPr>
          <p:cNvPr id="2" name="Title 1"/>
          <p:cNvSpPr>
            <a:spLocks noGrp="1"/>
          </p:cNvSpPr>
          <p:nvPr>
            <p:ph type="ctrTitle" hasCustomPrompt="1"/>
          </p:nvPr>
        </p:nvSpPr>
        <p:spPr bwMode="gray">
          <a:xfrm>
            <a:off x="478367" y="3909486"/>
            <a:ext cx="11228919" cy="2495549"/>
          </a:xfrm>
          <a:noFill/>
        </p:spPr>
        <p:txBody>
          <a:bodyPr lIns="108000" tIns="252000"/>
          <a:lstStyle>
            <a:lvl1pPr>
              <a:defRPr sz="2667">
                <a:solidFill>
                  <a:schemeClr val="bg1"/>
                </a:solidFill>
              </a:defRPr>
            </a:lvl1pPr>
          </a:lstStyle>
          <a:p>
            <a:r>
              <a:rPr lang="en-US" dirty="0" err="1"/>
              <a:t>Presentationtitle</a:t>
            </a:r>
            <a:br>
              <a:rPr lang="en-US" dirty="0"/>
            </a:br>
            <a:r>
              <a:rPr lang="en-US" dirty="0"/>
              <a:t>up to maximum 2 lines</a:t>
            </a:r>
          </a:p>
        </p:txBody>
      </p:sp>
      <p:sp>
        <p:nvSpPr>
          <p:cNvPr id="18" name="Subtitle 2"/>
          <p:cNvSpPr>
            <a:spLocks noGrp="1"/>
          </p:cNvSpPr>
          <p:nvPr>
            <p:ph type="subTitle" idx="1" hasCustomPrompt="1"/>
          </p:nvPr>
        </p:nvSpPr>
        <p:spPr bwMode="gray">
          <a:xfrm>
            <a:off x="5183715" y="5277909"/>
            <a:ext cx="6523568" cy="1120033"/>
          </a:xfrm>
        </p:spPr>
        <p:txBody>
          <a:bodyPr rIns="108000"/>
          <a:lstStyle>
            <a:lvl1pPr marL="0" indent="0" algn="r">
              <a:buNone/>
              <a:defRPr sz="1867">
                <a:solidFill>
                  <a:schemeClr val="bg1"/>
                </a:solidFill>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US" dirty="0"/>
              <a:t>Speaker</a:t>
            </a:r>
            <a:br>
              <a:rPr lang="en-US" dirty="0"/>
            </a:br>
            <a:r>
              <a:rPr lang="en-US" dirty="0"/>
              <a:t>Job Description</a:t>
            </a:r>
            <a:br>
              <a:rPr lang="en-US" dirty="0"/>
            </a:br>
            <a:r>
              <a:rPr lang="en-US" dirty="0"/>
              <a:t>Institute</a:t>
            </a:r>
          </a:p>
        </p:txBody>
      </p:sp>
    </p:spTree>
    <p:extLst>
      <p:ext uri="{BB962C8B-B14F-4D97-AF65-F5344CB8AC3E}">
        <p14:creationId xmlns:p14="http://schemas.microsoft.com/office/powerpoint/2010/main" val="3224717327"/>
      </p:ext>
    </p:extLst>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Slide Orange _ Small Text Area">
    <p:spTree>
      <p:nvGrpSpPr>
        <p:cNvPr id="1" name=""/>
        <p:cNvGrpSpPr/>
        <p:nvPr/>
      </p:nvGrpSpPr>
      <p:grpSpPr>
        <a:xfrm>
          <a:off x="0" y="0"/>
          <a:ext cx="0" cy="0"/>
          <a:chOff x="0" y="0"/>
          <a:chExt cx="0" cy="0"/>
        </a:xfrm>
      </p:grpSpPr>
      <p:sp>
        <p:nvSpPr>
          <p:cNvPr id="13" name="Rechteck 12"/>
          <p:cNvSpPr/>
          <p:nvPr/>
        </p:nvSpPr>
        <p:spPr bwMode="gray">
          <a:xfrm>
            <a:off x="9504379" y="270730"/>
            <a:ext cx="2687621" cy="157409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4000" tIns="96000" rIns="144000" bIns="96000" numCol="1" spcCol="0" rtlCol="0" fromWordArt="0" anchor="ctr" anchorCtr="0" forceAA="0" compatLnSpc="1">
            <a:prstTxWarp prst="textNoShape">
              <a:avLst/>
            </a:prstTxWarp>
            <a:noAutofit/>
          </a:bodyPr>
          <a:lstStyle/>
          <a:p>
            <a:pPr algn="ctr">
              <a:spcBef>
                <a:spcPts val="400"/>
              </a:spcBef>
              <a:spcAft>
                <a:spcPts val="400"/>
              </a:spcAft>
            </a:pPr>
            <a:endParaRPr lang="de-DE" sz="1600" b="1" dirty="0" err="1">
              <a:solidFill>
                <a:schemeClr val="bg1"/>
              </a:solidFill>
            </a:endParaRPr>
          </a:p>
        </p:txBody>
      </p:sp>
      <p:sp>
        <p:nvSpPr>
          <p:cNvPr id="14" name="Rectangle 13"/>
          <p:cNvSpPr/>
          <p:nvPr/>
        </p:nvSpPr>
        <p:spPr bwMode="gray">
          <a:xfrm>
            <a:off x="143340" y="2"/>
            <a:ext cx="9841093" cy="155679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grpSp>
        <p:nvGrpSpPr>
          <p:cNvPr id="10" name="Group 11"/>
          <p:cNvGrpSpPr>
            <a:grpSpLocks noChangeAspect="1"/>
          </p:cNvGrpSpPr>
          <p:nvPr/>
        </p:nvGrpSpPr>
        <p:grpSpPr bwMode="gray">
          <a:xfrm>
            <a:off x="10176454" y="270730"/>
            <a:ext cx="1824204" cy="1041877"/>
            <a:chOff x="2109" y="940"/>
            <a:chExt cx="991" cy="566"/>
          </a:xfrm>
        </p:grpSpPr>
        <p:sp>
          <p:nvSpPr>
            <p:cNvPr id="11" name="AutoShape 10"/>
            <p:cNvSpPr>
              <a:spLocks noChangeAspect="1" noChangeArrowheads="1" noTextEdit="1"/>
            </p:cNvSpPr>
            <p:nvPr/>
          </p:nvSpPr>
          <p:spPr bwMode="gray">
            <a:xfrm>
              <a:off x="2109" y="940"/>
              <a:ext cx="990" cy="5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pic>
          <p:nvPicPr>
            <p:cNvPr id="12" name="Picture 12"/>
            <p:cNvPicPr>
              <a:picLocks noChangeAspect="1" noChangeArrowheads="1"/>
            </p:cNvPicPr>
            <p:nvPr/>
          </p:nvPicPr>
          <p:blipFill rotWithShape="1">
            <a:blip r:embed="rId2" cstate="screen">
              <a:extLst>
                <a:ext uri="{28A0092B-C50C-407E-A947-70E740481C1C}">
                  <a14:useLocalDpi xmlns:a14="http://schemas.microsoft.com/office/drawing/2010/main"/>
                </a:ext>
              </a:extLst>
            </a:blip>
            <a:srcRect b="235"/>
            <a:stretch/>
          </p:blipFill>
          <p:spPr bwMode="gray">
            <a:xfrm>
              <a:off x="2109" y="940"/>
              <a:ext cx="991" cy="5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21" name="Rectangle 20"/>
          <p:cNvSpPr/>
          <p:nvPr/>
        </p:nvSpPr>
        <p:spPr bwMode="gray">
          <a:xfrm>
            <a:off x="239185" y="4805683"/>
            <a:ext cx="11468100" cy="184065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4" name="Picture Placeholder 23"/>
          <p:cNvSpPr>
            <a:spLocks noGrp="1"/>
          </p:cNvSpPr>
          <p:nvPr>
            <p:ph type="pic" sz="quarter" idx="10" hasCustomPrompt="1"/>
          </p:nvPr>
        </p:nvSpPr>
        <p:spPr bwMode="gray">
          <a:xfrm>
            <a:off x="478367" y="1411817"/>
            <a:ext cx="11474451" cy="4993219"/>
          </a:xfrm>
          <a:noFill/>
          <a:ln>
            <a:noFill/>
          </a:ln>
        </p:spPr>
        <p:txBody>
          <a:bodyPr anchor="ctr"/>
          <a:lstStyle>
            <a:lvl1pPr algn="ctr">
              <a:defRPr i="1"/>
            </a:lvl1pPr>
          </a:lstStyle>
          <a:p>
            <a:r>
              <a:rPr lang="de-DE" dirty="0"/>
              <a:t>Insert </a:t>
            </a:r>
            <a:r>
              <a:rPr lang="de-DE" dirty="0" err="1"/>
              <a:t>picture</a:t>
            </a:r>
            <a:r>
              <a:rPr lang="de-DE" dirty="0"/>
              <a:t> </a:t>
            </a:r>
            <a:r>
              <a:rPr lang="de-DE" dirty="0" err="1"/>
              <a:t>by</a:t>
            </a:r>
            <a:r>
              <a:rPr lang="de-DE" dirty="0"/>
              <a:t> </a:t>
            </a:r>
            <a:br>
              <a:rPr lang="de-DE" dirty="0"/>
            </a:br>
            <a:r>
              <a:rPr lang="de-DE" dirty="0" err="1"/>
              <a:t>clicking</a:t>
            </a:r>
            <a:r>
              <a:rPr lang="de-DE" dirty="0"/>
              <a:t> </a:t>
            </a:r>
            <a:r>
              <a:rPr lang="de-DE" dirty="0" err="1"/>
              <a:t>the</a:t>
            </a:r>
            <a:r>
              <a:rPr lang="de-DE" dirty="0"/>
              <a:t> </a:t>
            </a:r>
            <a:r>
              <a:rPr lang="de-DE" dirty="0" err="1"/>
              <a:t>icon</a:t>
            </a:r>
            <a:endParaRPr lang="de-DE" dirty="0"/>
          </a:p>
          <a:p>
            <a:endParaRPr lang="de-DE" dirty="0"/>
          </a:p>
          <a:p>
            <a:endParaRPr lang="de-DE" dirty="0"/>
          </a:p>
          <a:p>
            <a:endParaRPr lang="de-DE" dirty="0"/>
          </a:p>
          <a:p>
            <a:endParaRPr lang="en-US" dirty="0"/>
          </a:p>
        </p:txBody>
      </p:sp>
      <p:sp>
        <p:nvSpPr>
          <p:cNvPr id="15" name="Textplatzhalter 5"/>
          <p:cNvSpPr>
            <a:spLocks noGrp="1"/>
          </p:cNvSpPr>
          <p:nvPr>
            <p:ph type="body" sz="quarter" idx="11" hasCustomPrompt="1"/>
          </p:nvPr>
        </p:nvSpPr>
        <p:spPr>
          <a:xfrm>
            <a:off x="239186" y="4805681"/>
            <a:ext cx="11468097" cy="1840652"/>
          </a:xfrm>
          <a:solidFill>
            <a:schemeClr val="accent2">
              <a:alpha val="70000"/>
            </a:schemeClr>
          </a:solidFill>
        </p:spPr>
        <p:txBody>
          <a:bodyPr vert="horz" lIns="108000" tIns="252000" rIns="0" bIns="0" rtlCol="0" anchor="t" anchorCtr="0">
            <a:noAutofit/>
          </a:bodyPr>
          <a:lstStyle>
            <a:lvl1pPr>
              <a:defRPr lang="de-DE" sz="2667" baseline="0" dirty="0">
                <a:solidFill>
                  <a:schemeClr val="bg1"/>
                </a:solidFill>
                <a:latin typeface="+mj-lt"/>
                <a:ea typeface="+mj-ea"/>
                <a:cs typeface="+mj-cs"/>
              </a:defRPr>
            </a:lvl1pPr>
          </a:lstStyle>
          <a:p>
            <a:pPr lvl="0">
              <a:spcBef>
                <a:spcPct val="0"/>
              </a:spcBef>
            </a:pPr>
            <a:r>
              <a:rPr lang="de-DE" dirty="0"/>
              <a:t>   </a:t>
            </a:r>
          </a:p>
        </p:txBody>
      </p:sp>
      <p:sp>
        <p:nvSpPr>
          <p:cNvPr id="2" name="Title 1"/>
          <p:cNvSpPr>
            <a:spLocks noGrp="1"/>
          </p:cNvSpPr>
          <p:nvPr>
            <p:ph type="ctrTitle" hasCustomPrompt="1"/>
          </p:nvPr>
        </p:nvSpPr>
        <p:spPr bwMode="gray">
          <a:xfrm>
            <a:off x="478367" y="4805681"/>
            <a:ext cx="11228919" cy="1599355"/>
          </a:xfrm>
          <a:noFill/>
        </p:spPr>
        <p:txBody>
          <a:bodyPr lIns="108000" tIns="252000"/>
          <a:lstStyle>
            <a:lvl1pPr>
              <a:defRPr sz="2667">
                <a:solidFill>
                  <a:schemeClr val="bg1"/>
                </a:solidFill>
              </a:defRPr>
            </a:lvl1pPr>
          </a:lstStyle>
          <a:p>
            <a:r>
              <a:rPr lang="en-US" dirty="0" err="1"/>
              <a:t>Presentationtitle</a:t>
            </a:r>
            <a:br>
              <a:rPr lang="en-US" dirty="0"/>
            </a:br>
            <a:r>
              <a:rPr lang="en-US" dirty="0"/>
              <a:t>up to maximum</a:t>
            </a:r>
            <a:br>
              <a:rPr lang="en-US" dirty="0"/>
            </a:br>
            <a:r>
              <a:rPr lang="en-US" dirty="0"/>
              <a:t>2 lines</a:t>
            </a:r>
          </a:p>
        </p:txBody>
      </p:sp>
    </p:spTree>
    <p:extLst>
      <p:ext uri="{BB962C8B-B14F-4D97-AF65-F5344CB8AC3E}">
        <p14:creationId xmlns:p14="http://schemas.microsoft.com/office/powerpoint/2010/main" val="2145089956"/>
      </p:ext>
    </p:extLst>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12" name="Title 11"/>
          <p:cNvSpPr>
            <a:spLocks noGrp="1"/>
          </p:cNvSpPr>
          <p:nvPr>
            <p:ph type="title" hasCustomPrompt="1"/>
          </p:nvPr>
        </p:nvSpPr>
        <p:spPr bwMode="gray"/>
        <p:txBody>
          <a:bodyPr/>
          <a:lstStyle/>
          <a:p>
            <a:r>
              <a:rPr lang="de-DE" dirty="0"/>
              <a:t>Write your title- maximum 2 lines</a:t>
            </a:r>
            <a:endParaRPr lang="en-US" dirty="0"/>
          </a:p>
        </p:txBody>
      </p:sp>
      <p:sp>
        <p:nvSpPr>
          <p:cNvPr id="4" name="Text Placeholder 3"/>
          <p:cNvSpPr>
            <a:spLocks noGrp="1"/>
          </p:cNvSpPr>
          <p:nvPr>
            <p:ph type="body" sz="quarter" idx="10" hasCustomPrompt="1"/>
          </p:nvPr>
        </p:nvSpPr>
        <p:spPr bwMode="gray">
          <a:xfrm>
            <a:off x="478366" y="1291472"/>
            <a:ext cx="11380553" cy="5113563"/>
          </a:xfrm>
          <a:noFill/>
        </p:spPr>
        <p:txBody>
          <a:bodyPr lIns="0" tIns="0" rIns="0" bIns="0"/>
          <a:lstStyle>
            <a:lvl1pPr marL="478355" indent="-478355">
              <a:spcBef>
                <a:spcPts val="400"/>
              </a:spcBef>
              <a:spcAft>
                <a:spcPts val="400"/>
              </a:spcAft>
              <a:buClr>
                <a:schemeClr val="accent1"/>
              </a:buClr>
              <a:buSzPct val="100000"/>
              <a:buFont typeface="+mj-lt"/>
              <a:buAutoNum type="arabicPeriod"/>
              <a:defRPr sz="1867">
                <a:solidFill>
                  <a:schemeClr val="tx1"/>
                </a:solidFill>
              </a:defRPr>
            </a:lvl1pPr>
            <a:lvl2pPr marL="839979" indent="-359991">
              <a:spcBef>
                <a:spcPts val="400"/>
              </a:spcBef>
              <a:spcAft>
                <a:spcPts val="400"/>
              </a:spcAft>
              <a:buClr>
                <a:schemeClr val="accent1"/>
              </a:buClr>
              <a:buSzPct val="100000"/>
              <a:buFont typeface="Arial" panose="020B0604020202020204" pitchFamily="34" charset="0"/>
              <a:buChar char="■"/>
              <a:defRPr sz="1867">
                <a:solidFill>
                  <a:schemeClr val="tx1"/>
                </a:solidFill>
              </a:defRPr>
            </a:lvl2pPr>
            <a:lvl3pPr marL="839979" indent="-359991">
              <a:spcBef>
                <a:spcPts val="400"/>
              </a:spcBef>
              <a:spcAft>
                <a:spcPts val="400"/>
              </a:spcAft>
              <a:buClr>
                <a:schemeClr val="accent1"/>
              </a:buClr>
              <a:buSzPct val="100000"/>
              <a:buFont typeface="Arial" panose="020B0604020202020204" pitchFamily="34" charset="0"/>
              <a:buChar char="■"/>
              <a:defRPr sz="1867">
                <a:solidFill>
                  <a:schemeClr val="tx1"/>
                </a:solidFill>
              </a:defRPr>
            </a:lvl3pPr>
            <a:lvl4pPr marL="839979" indent="-359991">
              <a:spcBef>
                <a:spcPts val="400"/>
              </a:spcBef>
              <a:spcAft>
                <a:spcPts val="400"/>
              </a:spcAft>
              <a:buClr>
                <a:schemeClr val="accent1"/>
              </a:buClr>
              <a:buSzPct val="100000"/>
              <a:buFont typeface="Arial" panose="020B0604020202020204" pitchFamily="34" charset="0"/>
              <a:buChar char="■"/>
              <a:defRPr sz="1867">
                <a:solidFill>
                  <a:schemeClr val="tx1"/>
                </a:solidFill>
              </a:defRPr>
            </a:lvl4pPr>
            <a:lvl5pPr marL="839979" indent="-359991">
              <a:spcBef>
                <a:spcPts val="400"/>
              </a:spcBef>
              <a:spcAft>
                <a:spcPts val="400"/>
              </a:spcAft>
              <a:buClr>
                <a:schemeClr val="accent1"/>
              </a:buClr>
              <a:buSzPct val="100000"/>
              <a:buFont typeface="Arial" panose="020B0604020202020204" pitchFamily="34" charset="0"/>
              <a:buChar char="■"/>
              <a:defRPr sz="1867">
                <a:solidFill>
                  <a:schemeClr val="tx1"/>
                </a:solidFill>
              </a:defRPr>
            </a:lvl5pPr>
            <a:lvl6pPr marL="839979" indent="-359991">
              <a:spcBef>
                <a:spcPts val="400"/>
              </a:spcBef>
              <a:spcAft>
                <a:spcPts val="400"/>
              </a:spcAft>
              <a:buClr>
                <a:schemeClr val="accent1"/>
              </a:buClr>
              <a:buSzPct val="100000"/>
              <a:buFont typeface="Arial" panose="020B0604020202020204" pitchFamily="34" charset="0"/>
              <a:buChar char="■"/>
              <a:defRPr sz="1867">
                <a:solidFill>
                  <a:schemeClr val="tx1"/>
                </a:solidFill>
              </a:defRPr>
            </a:lvl6pPr>
            <a:lvl7pPr marL="839979" indent="-359991">
              <a:spcBef>
                <a:spcPts val="400"/>
              </a:spcBef>
              <a:spcAft>
                <a:spcPts val="400"/>
              </a:spcAft>
              <a:buClr>
                <a:schemeClr val="accent1"/>
              </a:buClr>
              <a:buSzPct val="100000"/>
              <a:buFont typeface="Arial" panose="020B0604020202020204" pitchFamily="34" charset="0"/>
              <a:buChar char="■"/>
              <a:defRPr sz="1867">
                <a:solidFill>
                  <a:schemeClr val="tx1"/>
                </a:solidFill>
              </a:defRPr>
            </a:lvl7pPr>
            <a:lvl8pPr marL="839979" indent="-359991">
              <a:spcBef>
                <a:spcPts val="400"/>
              </a:spcBef>
              <a:spcAft>
                <a:spcPts val="400"/>
              </a:spcAft>
              <a:buClr>
                <a:schemeClr val="accent1"/>
              </a:buClr>
              <a:buSzPct val="100000"/>
              <a:buFont typeface="Arial" panose="020B0604020202020204" pitchFamily="34" charset="0"/>
              <a:buChar char="■"/>
              <a:defRPr sz="1867" cap="none" baseline="0">
                <a:solidFill>
                  <a:schemeClr val="tx1"/>
                </a:solidFill>
              </a:defRPr>
            </a:lvl8pPr>
            <a:lvl9pPr marL="839979" indent="-359991">
              <a:spcBef>
                <a:spcPts val="400"/>
              </a:spcBef>
              <a:spcAft>
                <a:spcPts val="400"/>
              </a:spcAft>
              <a:buClr>
                <a:schemeClr val="accent1"/>
              </a:buClr>
              <a:buSzPct val="100000"/>
              <a:buFont typeface="Arial" panose="020B0604020202020204" pitchFamily="34" charset="0"/>
              <a:buChar char="■"/>
              <a:defRPr sz="1867" cap="none" baseline="0">
                <a:solidFill>
                  <a:schemeClr val="tx1"/>
                </a:solidFill>
              </a:defRPr>
            </a:lvl9pPr>
          </a:lstStyle>
          <a:p>
            <a:pPr lvl="0"/>
            <a:r>
              <a:rPr lang="en-US" dirty="0"/>
              <a:t>Click to edit Master text styles</a:t>
            </a:r>
          </a:p>
        </p:txBody>
      </p:sp>
    </p:spTree>
    <p:extLst>
      <p:ext uri="{BB962C8B-B14F-4D97-AF65-F5344CB8AC3E}">
        <p14:creationId xmlns:p14="http://schemas.microsoft.com/office/powerpoint/2010/main" val="474118335"/>
      </p:ext>
    </p:extLst>
  </p:cSld>
  <p:clrMapOvr>
    <a:masterClrMapping/>
  </p:clrMapOvr>
  <p:transition spd="slow">
    <p:wipe dir="u"/>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11" name="Text Placeholder 10"/>
          <p:cNvSpPr>
            <a:spLocks noGrp="1"/>
          </p:cNvSpPr>
          <p:nvPr>
            <p:ph type="body" sz="quarter" idx="13" hasCustomPrompt="1"/>
          </p:nvPr>
        </p:nvSpPr>
        <p:spPr bwMode="gray">
          <a:xfrm>
            <a:off x="478369" y="1282046"/>
            <a:ext cx="11474451" cy="5122988"/>
          </a:xfrm>
        </p:spPr>
        <p:txBody>
          <a:bodyPr/>
          <a:lstStyle>
            <a:lvl5pPr>
              <a:buAutoNum type="arabicPeriod"/>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Title 11"/>
          <p:cNvSpPr>
            <a:spLocks noGrp="1"/>
          </p:cNvSpPr>
          <p:nvPr>
            <p:ph type="title" hasCustomPrompt="1"/>
          </p:nvPr>
        </p:nvSpPr>
        <p:spPr bwMode="gray"/>
        <p:txBody>
          <a:bodyPr/>
          <a:lstStyle/>
          <a:p>
            <a:r>
              <a:rPr lang="de-DE" dirty="0"/>
              <a:t>Write your title- maximum 2 lines</a:t>
            </a:r>
            <a:endParaRPr lang="en-US" dirty="0"/>
          </a:p>
        </p:txBody>
      </p:sp>
      <p:sp>
        <p:nvSpPr>
          <p:cNvPr id="3" name="Footer Placeholder 2"/>
          <p:cNvSpPr>
            <a:spLocks noGrp="1"/>
          </p:cNvSpPr>
          <p:nvPr>
            <p:ph type="ftr" sz="quarter" idx="15"/>
          </p:nvPr>
        </p:nvSpPr>
        <p:spPr>
          <a:xfrm>
            <a:off x="478369" y="6526804"/>
            <a:ext cx="2063751" cy="322735"/>
          </a:xfrm>
        </p:spPr>
        <p:txBody>
          <a:bodyPr/>
          <a:lstStyle/>
          <a:p>
            <a:endParaRPr lang="en-US"/>
          </a:p>
        </p:txBody>
      </p:sp>
      <p:sp>
        <p:nvSpPr>
          <p:cNvPr id="8" name="Slide Number Placeholder 3"/>
          <p:cNvSpPr txBox="1">
            <a:spLocks/>
          </p:cNvSpPr>
          <p:nvPr/>
        </p:nvSpPr>
        <p:spPr bwMode="gray">
          <a:xfrm>
            <a:off x="11121081" y="6508122"/>
            <a:ext cx="831739" cy="256032"/>
          </a:xfrm>
          <a:prstGeom prst="rect">
            <a:avLst/>
          </a:prstGeom>
        </p:spPr>
        <p:txBody>
          <a:bodyPr vert="horz" lIns="108000" tIns="0" rIns="0" bIns="0" rtlCol="0" anchor="b"/>
          <a:lstStyle>
            <a:defPPr>
              <a:defRPr lang="en-US"/>
            </a:defPPr>
            <a:lvl1pPr marL="0" algn="l" defTabSz="914400" rtl="0" eaLnBrk="1" latinLnBrk="0" hangingPunct="1">
              <a:defRPr sz="1400" b="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221D4785-C884-4A75-B2F1-2B7564BBB7E2}" type="slidenum">
              <a:rPr lang="en-US" smtClean="0"/>
              <a:pPr/>
              <a:t>‹#›</a:t>
            </a:fld>
            <a:r>
              <a:rPr lang="en-US" dirty="0"/>
              <a:t>/12</a:t>
            </a:r>
          </a:p>
        </p:txBody>
      </p:sp>
    </p:spTree>
    <p:extLst>
      <p:ext uri="{BB962C8B-B14F-4D97-AF65-F5344CB8AC3E}">
        <p14:creationId xmlns:p14="http://schemas.microsoft.com/office/powerpoint/2010/main" val="654619141"/>
      </p:ext>
    </p:extLst>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itle and Content - Bullet Point">
    <p:spTree>
      <p:nvGrpSpPr>
        <p:cNvPr id="1" name=""/>
        <p:cNvGrpSpPr/>
        <p:nvPr/>
      </p:nvGrpSpPr>
      <p:grpSpPr>
        <a:xfrm>
          <a:off x="0" y="0"/>
          <a:ext cx="0" cy="0"/>
          <a:chOff x="0" y="0"/>
          <a:chExt cx="0" cy="0"/>
        </a:xfrm>
      </p:grpSpPr>
      <p:sp>
        <p:nvSpPr>
          <p:cNvPr id="11" name="Text Placeholder 10"/>
          <p:cNvSpPr>
            <a:spLocks noGrp="1"/>
          </p:cNvSpPr>
          <p:nvPr>
            <p:ph type="body" sz="quarter" idx="13"/>
          </p:nvPr>
        </p:nvSpPr>
        <p:spPr bwMode="gray">
          <a:xfrm>
            <a:off x="478369" y="1225486"/>
            <a:ext cx="11474451" cy="2141612"/>
          </a:xfrm>
        </p:spPr>
        <p:txBody>
          <a:bodyPr>
            <a:spAutoFit/>
          </a:bodyPr>
          <a:lstStyle>
            <a:lvl1pPr marL="239994" indent="-239994">
              <a:buClr>
                <a:schemeClr val="accent1"/>
              </a:buClr>
              <a:buFont typeface="Arial" panose="020B0604020202020204" pitchFamily="34" charset="0"/>
              <a:buChar char="■"/>
              <a:defRPr baseline="0"/>
            </a:lvl1pPr>
            <a:lvl2pPr marL="479988" indent="-241294">
              <a:buFont typeface="Arial" panose="020B0604020202020204" pitchFamily="34" charset="0"/>
              <a:buChar char="□"/>
              <a:defRPr/>
            </a:lvl2pPr>
            <a:lvl3pPr marL="719982" indent="-239994">
              <a:buFont typeface="Arial" panose="020B0604020202020204" pitchFamily="34" charset="0"/>
              <a:buChar char="–"/>
              <a:defRPr/>
            </a:lvl3pPr>
            <a:lvl4pPr marL="359991" indent="-359991">
              <a:buFont typeface="+mj-lt"/>
              <a:buAutoNum type="arabicPeriod"/>
              <a:defRPr/>
            </a:lvl4pPr>
            <a:lvl5pPr marL="719982" indent="-359991">
              <a:buFont typeface="+mj-lt"/>
              <a:buAutoNum type="alphaLcParenR"/>
              <a:defRPr/>
            </a:lvl5pPr>
            <a:lvl6pPr marL="0" indent="0">
              <a:spcBef>
                <a:spcPts val="533"/>
              </a:spcBef>
              <a:spcAft>
                <a:spcPts val="533"/>
              </a:spcAft>
              <a:buNone/>
              <a:defRPr sz="2133" cap="all" baseline="0">
                <a:solidFill>
                  <a:schemeClr val="accent1"/>
                </a:solidFill>
              </a:defRPr>
            </a:lvl6pPr>
            <a:lvl7pPr>
              <a:defRPr/>
            </a:lvl7pPr>
            <a:lvl8pPr>
              <a:defRPr/>
            </a:lvl8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Title 11"/>
          <p:cNvSpPr>
            <a:spLocks noGrp="1"/>
          </p:cNvSpPr>
          <p:nvPr>
            <p:ph type="title" hasCustomPrompt="1"/>
          </p:nvPr>
        </p:nvSpPr>
        <p:spPr bwMode="gray"/>
        <p:txBody>
          <a:bodyPr/>
          <a:lstStyle/>
          <a:p>
            <a:r>
              <a:rPr lang="de-DE" dirty="0"/>
              <a:t>Write your title- maximum 2 lines</a:t>
            </a:r>
            <a:endParaRPr lang="en-US" dirty="0"/>
          </a:p>
        </p:txBody>
      </p:sp>
      <p:sp>
        <p:nvSpPr>
          <p:cNvPr id="2" name="Date Placeholder 1"/>
          <p:cNvSpPr>
            <a:spLocks noGrp="1"/>
          </p:cNvSpPr>
          <p:nvPr>
            <p:ph type="dt" sz="half" idx="14"/>
          </p:nvPr>
        </p:nvSpPr>
        <p:spPr>
          <a:xfrm>
            <a:off x="9996626" y="6501896"/>
            <a:ext cx="1214626" cy="253655"/>
          </a:xfrm>
        </p:spPr>
        <p:txBody>
          <a:bodyPr/>
          <a:lstStyle/>
          <a:p>
            <a:fld id="{4DDB5538-DA78-4C2C-BF6B-9485BBAF1D80}" type="datetimeFigureOut">
              <a:rPr lang="en-US" smtClean="0"/>
              <a:t>10/14/2025</a:t>
            </a:fld>
            <a:endParaRPr lang="en-US"/>
          </a:p>
        </p:txBody>
      </p:sp>
      <p:sp>
        <p:nvSpPr>
          <p:cNvPr id="3" name="Footer Placeholder 2"/>
          <p:cNvSpPr>
            <a:spLocks noGrp="1"/>
          </p:cNvSpPr>
          <p:nvPr>
            <p:ph type="ftr" sz="quarter" idx="15"/>
          </p:nvPr>
        </p:nvSpPr>
        <p:spPr>
          <a:xfrm>
            <a:off x="478369" y="6513922"/>
            <a:ext cx="2063751" cy="241629"/>
          </a:xfrm>
        </p:spPr>
        <p:txBody>
          <a:bodyPr/>
          <a:lstStyle/>
          <a:p>
            <a:endParaRPr lang="en-US"/>
          </a:p>
        </p:txBody>
      </p:sp>
      <p:sp>
        <p:nvSpPr>
          <p:cNvPr id="4" name="Slide Number Placeholder 3"/>
          <p:cNvSpPr>
            <a:spLocks noGrp="1"/>
          </p:cNvSpPr>
          <p:nvPr>
            <p:ph type="sldNum" sz="quarter" idx="16"/>
          </p:nvPr>
        </p:nvSpPr>
        <p:spPr>
          <a:xfrm>
            <a:off x="11219935" y="6526804"/>
            <a:ext cx="732885" cy="228747"/>
          </a:xfrm>
        </p:spPr>
        <p:txBody>
          <a:bodyPr/>
          <a:lstStyle/>
          <a:p>
            <a:fld id="{81561042-0DC2-4A04-AA50-F6D44EB20EBA}" type="slidenum">
              <a:rPr lang="en-US" smtClean="0"/>
              <a:t>‹#›</a:t>
            </a:fld>
            <a:endParaRPr lang="en-US"/>
          </a:p>
        </p:txBody>
      </p:sp>
    </p:spTree>
    <p:extLst>
      <p:ext uri="{BB962C8B-B14F-4D97-AF65-F5344CB8AC3E}">
        <p14:creationId xmlns:p14="http://schemas.microsoft.com/office/powerpoint/2010/main" val="359230230"/>
      </p:ext>
    </p:extLst>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2 x Text">
    <p:spTree>
      <p:nvGrpSpPr>
        <p:cNvPr id="1" name=""/>
        <p:cNvGrpSpPr/>
        <p:nvPr/>
      </p:nvGrpSpPr>
      <p:grpSpPr>
        <a:xfrm>
          <a:off x="0" y="0"/>
          <a:ext cx="0" cy="0"/>
          <a:chOff x="0" y="0"/>
          <a:chExt cx="0" cy="0"/>
        </a:xfrm>
      </p:grpSpPr>
      <p:sp>
        <p:nvSpPr>
          <p:cNvPr id="2" name="Title 1"/>
          <p:cNvSpPr>
            <a:spLocks noGrp="1"/>
          </p:cNvSpPr>
          <p:nvPr>
            <p:ph type="title" hasCustomPrompt="1"/>
          </p:nvPr>
        </p:nvSpPr>
        <p:spPr bwMode="gray"/>
        <p:txBody>
          <a:bodyPr/>
          <a:lstStyle/>
          <a:p>
            <a:r>
              <a:rPr lang="de-DE" dirty="0"/>
              <a:t>Write your title- maximum 2 lines</a:t>
            </a:r>
            <a:endParaRPr lang="en-US" dirty="0"/>
          </a:p>
        </p:txBody>
      </p:sp>
      <p:sp>
        <p:nvSpPr>
          <p:cNvPr id="11" name="Text Placeholder 10"/>
          <p:cNvSpPr>
            <a:spLocks noGrp="1"/>
          </p:cNvSpPr>
          <p:nvPr>
            <p:ph type="body" sz="quarter" idx="13"/>
          </p:nvPr>
        </p:nvSpPr>
        <p:spPr bwMode="gray">
          <a:xfrm>
            <a:off x="478367" y="1653116"/>
            <a:ext cx="4466167" cy="475191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ext Placeholder 10"/>
          <p:cNvSpPr>
            <a:spLocks noGrp="1"/>
          </p:cNvSpPr>
          <p:nvPr>
            <p:ph type="body" sz="quarter" idx="14"/>
          </p:nvPr>
        </p:nvSpPr>
        <p:spPr bwMode="gray">
          <a:xfrm>
            <a:off x="5181602" y="1653116"/>
            <a:ext cx="4466167" cy="475191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Date Placeholder 2"/>
          <p:cNvSpPr>
            <a:spLocks noGrp="1"/>
          </p:cNvSpPr>
          <p:nvPr>
            <p:ph type="dt" sz="half" idx="15"/>
          </p:nvPr>
        </p:nvSpPr>
        <p:spPr>
          <a:xfrm>
            <a:off x="7802232" y="6484771"/>
            <a:ext cx="2063751" cy="240773"/>
          </a:xfrm>
        </p:spPr>
        <p:txBody>
          <a:bodyPr/>
          <a:lstStyle/>
          <a:p>
            <a:fld id="{4DDB5538-DA78-4C2C-BF6B-9485BBAF1D80}" type="datetimeFigureOut">
              <a:rPr lang="en-US" smtClean="0"/>
              <a:t>10/14/2025</a:t>
            </a:fld>
            <a:endParaRPr lang="en-US"/>
          </a:p>
        </p:txBody>
      </p:sp>
      <p:sp>
        <p:nvSpPr>
          <p:cNvPr id="4" name="Footer Placeholder 3"/>
          <p:cNvSpPr>
            <a:spLocks noGrp="1"/>
          </p:cNvSpPr>
          <p:nvPr>
            <p:ph type="ftr" sz="quarter" idx="16"/>
          </p:nvPr>
        </p:nvSpPr>
        <p:spPr>
          <a:xfrm>
            <a:off x="474135" y="6484771"/>
            <a:ext cx="2063751" cy="292658"/>
          </a:xfrm>
        </p:spPr>
        <p:txBody>
          <a:bodyPr/>
          <a:lstStyle/>
          <a:p>
            <a:endParaRPr lang="en-US"/>
          </a:p>
        </p:txBody>
      </p:sp>
      <p:sp>
        <p:nvSpPr>
          <p:cNvPr id="5" name="Slide Number Placeholder 4"/>
          <p:cNvSpPr>
            <a:spLocks noGrp="1"/>
          </p:cNvSpPr>
          <p:nvPr>
            <p:ph type="sldNum" sz="quarter" idx="17"/>
          </p:nvPr>
        </p:nvSpPr>
        <p:spPr>
          <a:xfrm>
            <a:off x="9889069" y="6484771"/>
            <a:ext cx="2063751" cy="240773"/>
          </a:xfrm>
        </p:spPr>
        <p:txBody>
          <a:bodyPr/>
          <a:lstStyle/>
          <a:p>
            <a:fld id="{81561042-0DC2-4A04-AA50-F6D44EB20EBA}" type="slidenum">
              <a:rPr lang="en-US" smtClean="0"/>
              <a:t>‹#›</a:t>
            </a:fld>
            <a:endParaRPr lang="en-US"/>
          </a:p>
        </p:txBody>
      </p:sp>
    </p:spTree>
    <p:extLst>
      <p:ext uri="{BB962C8B-B14F-4D97-AF65-F5344CB8AC3E}">
        <p14:creationId xmlns:p14="http://schemas.microsoft.com/office/powerpoint/2010/main" val="1873479035"/>
      </p:ext>
    </p:extLst>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4 x Text">
    <p:spTree>
      <p:nvGrpSpPr>
        <p:cNvPr id="1" name=""/>
        <p:cNvGrpSpPr/>
        <p:nvPr/>
      </p:nvGrpSpPr>
      <p:grpSpPr>
        <a:xfrm>
          <a:off x="0" y="0"/>
          <a:ext cx="0" cy="0"/>
          <a:chOff x="0" y="0"/>
          <a:chExt cx="0" cy="0"/>
        </a:xfrm>
      </p:grpSpPr>
      <p:sp>
        <p:nvSpPr>
          <p:cNvPr id="2" name="Title 1"/>
          <p:cNvSpPr>
            <a:spLocks noGrp="1"/>
          </p:cNvSpPr>
          <p:nvPr>
            <p:ph type="title" hasCustomPrompt="1"/>
          </p:nvPr>
        </p:nvSpPr>
        <p:spPr bwMode="gray"/>
        <p:txBody>
          <a:bodyPr/>
          <a:lstStyle/>
          <a:p>
            <a:r>
              <a:rPr lang="de-DE" dirty="0"/>
              <a:t>Write </a:t>
            </a:r>
            <a:r>
              <a:rPr lang="de-DE" dirty="0" err="1"/>
              <a:t>your</a:t>
            </a:r>
            <a:r>
              <a:rPr lang="de-DE" dirty="0"/>
              <a:t> title</a:t>
            </a:r>
            <a:br>
              <a:rPr lang="de-DE" dirty="0"/>
            </a:br>
            <a:r>
              <a:rPr lang="de-DE" dirty="0"/>
              <a:t>- </a:t>
            </a:r>
            <a:r>
              <a:rPr lang="de-DE" dirty="0" err="1"/>
              <a:t>maximum</a:t>
            </a:r>
            <a:r>
              <a:rPr lang="de-DE" dirty="0"/>
              <a:t> 2 </a:t>
            </a:r>
            <a:r>
              <a:rPr lang="de-DE" dirty="0" err="1"/>
              <a:t>lines</a:t>
            </a:r>
            <a:endParaRPr lang="en-US" dirty="0"/>
          </a:p>
        </p:txBody>
      </p:sp>
      <p:sp>
        <p:nvSpPr>
          <p:cNvPr id="11" name="Text Placeholder 10"/>
          <p:cNvSpPr>
            <a:spLocks noGrp="1"/>
          </p:cNvSpPr>
          <p:nvPr>
            <p:ph type="body" sz="quarter" idx="13"/>
          </p:nvPr>
        </p:nvSpPr>
        <p:spPr bwMode="gray">
          <a:xfrm>
            <a:off x="478369" y="1653116"/>
            <a:ext cx="2112433" cy="475191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ext Placeholder 10"/>
          <p:cNvSpPr>
            <a:spLocks noGrp="1"/>
          </p:cNvSpPr>
          <p:nvPr>
            <p:ph type="body" sz="quarter" idx="14"/>
          </p:nvPr>
        </p:nvSpPr>
        <p:spPr bwMode="gray">
          <a:xfrm>
            <a:off x="2832102" y="1653116"/>
            <a:ext cx="2114551" cy="475191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Text Placeholder 10"/>
          <p:cNvSpPr>
            <a:spLocks noGrp="1"/>
          </p:cNvSpPr>
          <p:nvPr>
            <p:ph type="body" sz="quarter" idx="15"/>
          </p:nvPr>
        </p:nvSpPr>
        <p:spPr bwMode="gray">
          <a:xfrm>
            <a:off x="5182647" y="1653116"/>
            <a:ext cx="2114551" cy="475191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10"/>
          <p:cNvSpPr>
            <a:spLocks noGrp="1"/>
          </p:cNvSpPr>
          <p:nvPr>
            <p:ph type="body" sz="quarter" idx="16"/>
          </p:nvPr>
        </p:nvSpPr>
        <p:spPr bwMode="gray">
          <a:xfrm>
            <a:off x="7533218" y="1653116"/>
            <a:ext cx="2114551" cy="475191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Date Placeholder 2"/>
          <p:cNvSpPr>
            <a:spLocks noGrp="1"/>
          </p:cNvSpPr>
          <p:nvPr>
            <p:ph type="dt" sz="half" idx="17"/>
          </p:nvPr>
        </p:nvSpPr>
        <p:spPr/>
        <p:txBody>
          <a:bodyPr/>
          <a:lstStyle/>
          <a:p>
            <a:fld id="{4DDB5538-DA78-4C2C-BF6B-9485BBAF1D80}" type="datetimeFigureOut">
              <a:rPr lang="en-US" smtClean="0"/>
              <a:t>10/14/2025</a:t>
            </a:fld>
            <a:endParaRPr lang="en-US"/>
          </a:p>
        </p:txBody>
      </p:sp>
      <p:sp>
        <p:nvSpPr>
          <p:cNvPr id="4" name="Footer Placeholder 3"/>
          <p:cNvSpPr>
            <a:spLocks noGrp="1"/>
          </p:cNvSpPr>
          <p:nvPr>
            <p:ph type="ftr" sz="quarter" idx="18"/>
          </p:nvPr>
        </p:nvSpPr>
        <p:spPr/>
        <p:txBody>
          <a:bodyPr/>
          <a:lstStyle/>
          <a:p>
            <a:endParaRPr lang="en-US"/>
          </a:p>
        </p:txBody>
      </p:sp>
      <p:sp>
        <p:nvSpPr>
          <p:cNvPr id="5" name="Slide Number Placeholder 4"/>
          <p:cNvSpPr>
            <a:spLocks noGrp="1"/>
          </p:cNvSpPr>
          <p:nvPr>
            <p:ph type="sldNum" sz="quarter" idx="19"/>
          </p:nvPr>
        </p:nvSpPr>
        <p:spPr/>
        <p:txBody>
          <a:bodyPr/>
          <a:lstStyle/>
          <a:p>
            <a:fld id="{81561042-0DC2-4A04-AA50-F6D44EB20EBA}" type="slidenum">
              <a:rPr lang="en-US" smtClean="0"/>
              <a:t>‹#›</a:t>
            </a:fld>
            <a:endParaRPr lang="en-US"/>
          </a:p>
        </p:txBody>
      </p:sp>
    </p:spTree>
    <p:extLst>
      <p:ext uri="{BB962C8B-B14F-4D97-AF65-F5344CB8AC3E}">
        <p14:creationId xmlns:p14="http://schemas.microsoft.com/office/powerpoint/2010/main" val="2452620894"/>
      </p:ext>
    </p:extLst>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4 x Text (Boxes)">
    <p:spTree>
      <p:nvGrpSpPr>
        <p:cNvPr id="1" name=""/>
        <p:cNvGrpSpPr/>
        <p:nvPr/>
      </p:nvGrpSpPr>
      <p:grpSpPr>
        <a:xfrm>
          <a:off x="0" y="0"/>
          <a:ext cx="0" cy="0"/>
          <a:chOff x="0" y="0"/>
          <a:chExt cx="0" cy="0"/>
        </a:xfrm>
      </p:grpSpPr>
      <p:sp>
        <p:nvSpPr>
          <p:cNvPr id="2" name="Title 1"/>
          <p:cNvSpPr>
            <a:spLocks noGrp="1"/>
          </p:cNvSpPr>
          <p:nvPr>
            <p:ph type="title" hasCustomPrompt="1"/>
          </p:nvPr>
        </p:nvSpPr>
        <p:spPr bwMode="gray"/>
        <p:txBody>
          <a:bodyPr/>
          <a:lstStyle/>
          <a:p>
            <a:r>
              <a:rPr lang="de-DE" dirty="0"/>
              <a:t>Write </a:t>
            </a:r>
            <a:r>
              <a:rPr lang="de-DE" dirty="0" err="1"/>
              <a:t>your</a:t>
            </a:r>
            <a:r>
              <a:rPr lang="de-DE" dirty="0"/>
              <a:t> title</a:t>
            </a:r>
            <a:br>
              <a:rPr lang="de-DE" dirty="0"/>
            </a:br>
            <a:r>
              <a:rPr lang="de-DE" dirty="0"/>
              <a:t>- </a:t>
            </a:r>
            <a:r>
              <a:rPr lang="de-DE" dirty="0" err="1"/>
              <a:t>maximum</a:t>
            </a:r>
            <a:r>
              <a:rPr lang="de-DE" dirty="0"/>
              <a:t> 2 </a:t>
            </a:r>
            <a:r>
              <a:rPr lang="de-DE" dirty="0" err="1"/>
              <a:t>lines</a:t>
            </a:r>
            <a:endParaRPr lang="en-US" dirty="0"/>
          </a:p>
        </p:txBody>
      </p:sp>
      <p:sp>
        <p:nvSpPr>
          <p:cNvPr id="11" name="Text Placeholder 10"/>
          <p:cNvSpPr>
            <a:spLocks noGrp="1"/>
          </p:cNvSpPr>
          <p:nvPr>
            <p:ph type="body" sz="quarter" idx="13"/>
          </p:nvPr>
        </p:nvSpPr>
        <p:spPr bwMode="gray">
          <a:xfrm>
            <a:off x="478369" y="2228866"/>
            <a:ext cx="2112433" cy="417616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ext Placeholder 10"/>
          <p:cNvSpPr>
            <a:spLocks noGrp="1"/>
          </p:cNvSpPr>
          <p:nvPr>
            <p:ph type="body" sz="quarter" idx="14"/>
          </p:nvPr>
        </p:nvSpPr>
        <p:spPr bwMode="gray">
          <a:xfrm>
            <a:off x="2832102" y="2228866"/>
            <a:ext cx="2114551" cy="4176167"/>
          </a:xfrm>
        </p:spPr>
        <p:txBody>
          <a:bodyPr/>
          <a:lstStyle>
            <a:lvl2pPr>
              <a:buClr>
                <a:schemeClr val="accent2"/>
              </a:buClr>
              <a:defRPr/>
            </a:lvl2pPr>
            <a:lvl3pPr>
              <a:buClr>
                <a:schemeClr val="accent2"/>
              </a:buClr>
              <a:defRPr/>
            </a:lvl3pPr>
            <a:lvl4pPr>
              <a:buClr>
                <a:schemeClr val="accent2"/>
              </a:buClr>
              <a:defRPr/>
            </a:lvl4pPr>
            <a:lvl5pPr>
              <a:buClr>
                <a:schemeClr val="accent2"/>
              </a:buClr>
              <a:defRPr/>
            </a:lvl5pPr>
            <a:lvl6pPr>
              <a:buClr>
                <a:schemeClr val="accent2"/>
              </a:buClr>
              <a:defRPr/>
            </a:lvl6pPr>
            <a:lvl7pPr>
              <a:buClr>
                <a:schemeClr val="accent2"/>
              </a:buClr>
              <a:defRPr/>
            </a:lvl7pPr>
            <a:lvl8pPr>
              <a:defRPr>
                <a:solidFill>
                  <a:schemeClr val="accent2"/>
                </a:solidFill>
              </a:defRPr>
            </a:lvl8pPr>
            <a:lvl9pPr>
              <a:defRPr>
                <a:solidFill>
                  <a:schemeClr val="accent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Text Placeholder 10"/>
          <p:cNvSpPr>
            <a:spLocks noGrp="1"/>
          </p:cNvSpPr>
          <p:nvPr>
            <p:ph type="body" sz="quarter" idx="15"/>
          </p:nvPr>
        </p:nvSpPr>
        <p:spPr bwMode="gray">
          <a:xfrm>
            <a:off x="5182647" y="2228866"/>
            <a:ext cx="2114551" cy="4176167"/>
          </a:xfrm>
        </p:spPr>
        <p:txBody>
          <a:bodyPr/>
          <a:lstStyle>
            <a:lvl2pPr>
              <a:buClr>
                <a:schemeClr val="accent3"/>
              </a:buClr>
              <a:defRPr/>
            </a:lvl2pPr>
            <a:lvl3pPr>
              <a:buClr>
                <a:schemeClr val="accent3"/>
              </a:buClr>
              <a:defRPr/>
            </a:lvl3pPr>
            <a:lvl4pPr>
              <a:buClr>
                <a:schemeClr val="accent3"/>
              </a:buClr>
              <a:defRPr/>
            </a:lvl4pPr>
            <a:lvl5pPr>
              <a:buClr>
                <a:schemeClr val="accent3"/>
              </a:buClr>
              <a:defRPr/>
            </a:lvl5pPr>
            <a:lvl6pPr>
              <a:buClr>
                <a:schemeClr val="accent3"/>
              </a:buClr>
              <a:defRPr/>
            </a:lvl6pPr>
            <a:lvl7pPr>
              <a:buClr>
                <a:schemeClr val="accent3"/>
              </a:buClr>
              <a:defRPr/>
            </a:lvl7pPr>
            <a:lvl8pPr>
              <a:defRPr>
                <a:solidFill>
                  <a:schemeClr val="accent3"/>
                </a:solidFill>
              </a:defRPr>
            </a:lvl8pPr>
            <a:lvl9pPr>
              <a:defRPr>
                <a:solidFill>
                  <a:schemeClr val="accent3"/>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10"/>
          <p:cNvSpPr>
            <a:spLocks noGrp="1"/>
          </p:cNvSpPr>
          <p:nvPr>
            <p:ph type="body" sz="quarter" idx="16"/>
          </p:nvPr>
        </p:nvSpPr>
        <p:spPr bwMode="gray">
          <a:xfrm>
            <a:off x="7533218" y="2228866"/>
            <a:ext cx="2114551" cy="4176167"/>
          </a:xfrm>
        </p:spPr>
        <p:txBody>
          <a:bodyPr/>
          <a:lstStyle>
            <a:lvl2pPr>
              <a:buClr>
                <a:schemeClr val="accent4"/>
              </a:buClr>
              <a:defRPr/>
            </a:lvl2pPr>
            <a:lvl3pPr>
              <a:buClr>
                <a:schemeClr val="accent4"/>
              </a:buClr>
              <a:defRPr/>
            </a:lvl3pPr>
            <a:lvl4pPr>
              <a:buClr>
                <a:schemeClr val="accent4"/>
              </a:buClr>
              <a:defRPr/>
            </a:lvl4pPr>
            <a:lvl5pPr>
              <a:buClr>
                <a:schemeClr val="accent4"/>
              </a:buClr>
              <a:defRPr/>
            </a:lvl5pPr>
            <a:lvl6pPr>
              <a:buClr>
                <a:schemeClr val="accent4"/>
              </a:buClr>
              <a:defRPr/>
            </a:lvl6pPr>
            <a:lvl7pPr>
              <a:buClr>
                <a:schemeClr val="accent4"/>
              </a:buClr>
              <a:defRPr/>
            </a:lvl7pPr>
            <a:lvl8pPr>
              <a:defRPr>
                <a:solidFill>
                  <a:schemeClr val="accent4"/>
                </a:solidFill>
              </a:defRPr>
            </a:lvl8pPr>
            <a:lvl9pPr>
              <a:defRPr>
                <a:solidFill>
                  <a:schemeClr val="accent4"/>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quarter" idx="17" hasCustomPrompt="1"/>
          </p:nvPr>
        </p:nvSpPr>
        <p:spPr bwMode="gray">
          <a:xfrm>
            <a:off x="478369" y="1653118"/>
            <a:ext cx="2112433" cy="383729"/>
          </a:xfrm>
          <a:solidFill>
            <a:schemeClr val="accent1"/>
          </a:solidFill>
        </p:spPr>
        <p:txBody>
          <a:bodyPr wrap="square" lIns="72000" tIns="36000" rIns="72000" bIns="36000" anchor="ctr" anchorCtr="0"/>
          <a:lstStyle>
            <a:lvl1pPr marL="0" indent="0" algn="l">
              <a:spcBef>
                <a:spcPts val="400"/>
              </a:spcBef>
              <a:spcAft>
                <a:spcPts val="400"/>
              </a:spcAft>
              <a:buFont typeface="Arial" panose="020B0604020202020204" pitchFamily="34" charset="0"/>
              <a:buNone/>
              <a:defRPr sz="1600" b="1" baseline="0">
                <a:solidFill>
                  <a:schemeClr val="bg1"/>
                </a:solidFill>
              </a:defRPr>
            </a:lvl1pPr>
            <a:lvl2pPr marL="0" indent="0" algn="l">
              <a:spcBef>
                <a:spcPts val="400"/>
              </a:spcBef>
              <a:spcAft>
                <a:spcPts val="400"/>
              </a:spcAft>
              <a:buNone/>
              <a:defRPr sz="1600" b="1">
                <a:solidFill>
                  <a:schemeClr val="bg1"/>
                </a:solidFill>
              </a:defRPr>
            </a:lvl2pPr>
            <a:lvl3pPr marL="0" indent="0" algn="l">
              <a:spcBef>
                <a:spcPts val="400"/>
              </a:spcBef>
              <a:spcAft>
                <a:spcPts val="400"/>
              </a:spcAft>
              <a:buNone/>
              <a:defRPr sz="1600" b="1">
                <a:solidFill>
                  <a:schemeClr val="bg1"/>
                </a:solidFill>
              </a:defRPr>
            </a:lvl3pPr>
            <a:lvl4pPr marL="0" indent="0" algn="l">
              <a:spcBef>
                <a:spcPts val="400"/>
              </a:spcBef>
              <a:spcAft>
                <a:spcPts val="400"/>
              </a:spcAft>
              <a:buNone/>
              <a:defRPr sz="1600" b="1">
                <a:solidFill>
                  <a:schemeClr val="bg1"/>
                </a:solidFill>
              </a:defRPr>
            </a:lvl4pPr>
            <a:lvl5pPr marL="0" indent="0" algn="l">
              <a:spcBef>
                <a:spcPts val="400"/>
              </a:spcBef>
              <a:spcAft>
                <a:spcPts val="400"/>
              </a:spcAft>
              <a:buNone/>
              <a:defRPr sz="1600" b="1">
                <a:solidFill>
                  <a:schemeClr val="bg1"/>
                </a:solidFill>
              </a:defRPr>
            </a:lvl5pPr>
            <a:lvl6pPr marL="0" indent="0" algn="l">
              <a:spcBef>
                <a:spcPts val="400"/>
              </a:spcBef>
              <a:spcAft>
                <a:spcPts val="400"/>
              </a:spcAft>
              <a:buNone/>
              <a:defRPr sz="1600" b="1">
                <a:solidFill>
                  <a:schemeClr val="bg1"/>
                </a:solidFill>
              </a:defRPr>
            </a:lvl6pPr>
            <a:lvl7pPr marL="0" indent="0" algn="l">
              <a:spcBef>
                <a:spcPts val="400"/>
              </a:spcBef>
              <a:spcAft>
                <a:spcPts val="400"/>
              </a:spcAft>
              <a:buNone/>
              <a:defRPr sz="1600" b="1">
                <a:solidFill>
                  <a:schemeClr val="bg1"/>
                </a:solidFill>
              </a:defRPr>
            </a:lvl7pPr>
            <a:lvl8pPr marL="0" indent="0" algn="l">
              <a:spcBef>
                <a:spcPts val="400"/>
              </a:spcBef>
              <a:spcAft>
                <a:spcPts val="400"/>
              </a:spcAft>
              <a:buFont typeface="Arial" panose="020B0604020202020204" pitchFamily="34" charset="0"/>
              <a:buNone/>
              <a:defRPr sz="1600" b="1">
                <a:solidFill>
                  <a:schemeClr val="bg1"/>
                </a:solidFill>
              </a:defRPr>
            </a:lvl8pPr>
            <a:lvl9pPr marL="0" indent="0" algn="l">
              <a:spcBef>
                <a:spcPts val="400"/>
              </a:spcBef>
              <a:spcAft>
                <a:spcPts val="400"/>
              </a:spcAft>
              <a:buFont typeface="Arial" panose="020B0604020202020204" pitchFamily="34" charset="0"/>
              <a:buNone/>
              <a:defRPr sz="1600" b="1">
                <a:solidFill>
                  <a:schemeClr val="bg1"/>
                </a:solidFill>
              </a:defRPr>
            </a:lvl9pPr>
          </a:lstStyle>
          <a:p>
            <a:pPr lvl="0"/>
            <a:r>
              <a:rPr lang="en-US" dirty="0"/>
              <a:t>Topic 1</a:t>
            </a:r>
          </a:p>
        </p:txBody>
      </p:sp>
      <p:sp>
        <p:nvSpPr>
          <p:cNvPr id="14" name="Text Placeholder 3"/>
          <p:cNvSpPr>
            <a:spLocks noGrp="1"/>
          </p:cNvSpPr>
          <p:nvPr>
            <p:ph type="body" sz="quarter" idx="18" hasCustomPrompt="1"/>
          </p:nvPr>
        </p:nvSpPr>
        <p:spPr bwMode="gray">
          <a:xfrm>
            <a:off x="2832102" y="1653118"/>
            <a:ext cx="2112433" cy="383729"/>
          </a:xfrm>
          <a:solidFill>
            <a:schemeClr val="accent2"/>
          </a:solidFill>
        </p:spPr>
        <p:txBody>
          <a:bodyPr wrap="square" lIns="72000" tIns="36000" rIns="72000" bIns="36000" anchor="ctr" anchorCtr="0"/>
          <a:lstStyle>
            <a:lvl1pPr marL="0" indent="0" algn="l">
              <a:spcBef>
                <a:spcPts val="400"/>
              </a:spcBef>
              <a:spcAft>
                <a:spcPts val="400"/>
              </a:spcAft>
              <a:buFont typeface="Arial" panose="020B0604020202020204" pitchFamily="34" charset="0"/>
              <a:buNone/>
              <a:defRPr sz="1600" b="1" baseline="0">
                <a:solidFill>
                  <a:schemeClr val="bg1"/>
                </a:solidFill>
              </a:defRPr>
            </a:lvl1pPr>
            <a:lvl2pPr marL="0" indent="0" algn="l">
              <a:spcBef>
                <a:spcPts val="400"/>
              </a:spcBef>
              <a:spcAft>
                <a:spcPts val="400"/>
              </a:spcAft>
              <a:buNone/>
              <a:defRPr sz="1600" b="1">
                <a:solidFill>
                  <a:schemeClr val="bg1"/>
                </a:solidFill>
              </a:defRPr>
            </a:lvl2pPr>
            <a:lvl3pPr marL="0" indent="0" algn="l">
              <a:spcBef>
                <a:spcPts val="400"/>
              </a:spcBef>
              <a:spcAft>
                <a:spcPts val="400"/>
              </a:spcAft>
              <a:buNone/>
              <a:defRPr sz="1600" b="1">
                <a:solidFill>
                  <a:schemeClr val="bg1"/>
                </a:solidFill>
              </a:defRPr>
            </a:lvl3pPr>
            <a:lvl4pPr marL="0" indent="0" algn="l">
              <a:spcBef>
                <a:spcPts val="400"/>
              </a:spcBef>
              <a:spcAft>
                <a:spcPts val="400"/>
              </a:spcAft>
              <a:buNone/>
              <a:defRPr sz="1600" b="1">
                <a:solidFill>
                  <a:schemeClr val="bg1"/>
                </a:solidFill>
              </a:defRPr>
            </a:lvl4pPr>
            <a:lvl5pPr marL="0" indent="0" algn="l">
              <a:spcBef>
                <a:spcPts val="400"/>
              </a:spcBef>
              <a:spcAft>
                <a:spcPts val="400"/>
              </a:spcAft>
              <a:buNone/>
              <a:defRPr sz="1600" b="1">
                <a:solidFill>
                  <a:schemeClr val="bg1"/>
                </a:solidFill>
              </a:defRPr>
            </a:lvl5pPr>
            <a:lvl6pPr marL="0" indent="0" algn="l">
              <a:spcBef>
                <a:spcPts val="400"/>
              </a:spcBef>
              <a:spcAft>
                <a:spcPts val="400"/>
              </a:spcAft>
              <a:buNone/>
              <a:defRPr sz="1600" b="1">
                <a:solidFill>
                  <a:schemeClr val="bg1"/>
                </a:solidFill>
              </a:defRPr>
            </a:lvl6pPr>
            <a:lvl7pPr marL="0" indent="0" algn="l">
              <a:spcBef>
                <a:spcPts val="400"/>
              </a:spcBef>
              <a:spcAft>
                <a:spcPts val="400"/>
              </a:spcAft>
              <a:buNone/>
              <a:defRPr sz="1600" b="1">
                <a:solidFill>
                  <a:schemeClr val="bg1"/>
                </a:solidFill>
              </a:defRPr>
            </a:lvl7pPr>
            <a:lvl8pPr marL="0" indent="0" algn="l">
              <a:spcBef>
                <a:spcPts val="400"/>
              </a:spcBef>
              <a:spcAft>
                <a:spcPts val="400"/>
              </a:spcAft>
              <a:buFont typeface="Arial" panose="020B0604020202020204" pitchFamily="34" charset="0"/>
              <a:buNone/>
              <a:defRPr sz="1600" b="1">
                <a:solidFill>
                  <a:schemeClr val="bg1"/>
                </a:solidFill>
              </a:defRPr>
            </a:lvl8pPr>
            <a:lvl9pPr marL="0" indent="0" algn="l">
              <a:spcBef>
                <a:spcPts val="400"/>
              </a:spcBef>
              <a:spcAft>
                <a:spcPts val="400"/>
              </a:spcAft>
              <a:buFont typeface="Arial" panose="020B0604020202020204" pitchFamily="34" charset="0"/>
              <a:buNone/>
              <a:defRPr sz="1600" b="1">
                <a:solidFill>
                  <a:schemeClr val="bg1"/>
                </a:solidFill>
              </a:defRPr>
            </a:lvl9pPr>
          </a:lstStyle>
          <a:p>
            <a:pPr lvl="0"/>
            <a:r>
              <a:rPr lang="en-US" dirty="0"/>
              <a:t>Topic 2</a:t>
            </a:r>
          </a:p>
        </p:txBody>
      </p:sp>
      <p:sp>
        <p:nvSpPr>
          <p:cNvPr id="15" name="Text Placeholder 3"/>
          <p:cNvSpPr>
            <a:spLocks noGrp="1"/>
          </p:cNvSpPr>
          <p:nvPr>
            <p:ph type="body" sz="quarter" idx="19" hasCustomPrompt="1"/>
          </p:nvPr>
        </p:nvSpPr>
        <p:spPr bwMode="gray">
          <a:xfrm>
            <a:off x="5184765" y="1653118"/>
            <a:ext cx="2112433" cy="383729"/>
          </a:xfrm>
          <a:solidFill>
            <a:schemeClr val="accent3"/>
          </a:solidFill>
        </p:spPr>
        <p:txBody>
          <a:bodyPr wrap="square" lIns="72000" tIns="36000" rIns="72000" bIns="36000" anchor="ctr" anchorCtr="0"/>
          <a:lstStyle>
            <a:lvl1pPr marL="0" indent="0" algn="l">
              <a:spcBef>
                <a:spcPts val="400"/>
              </a:spcBef>
              <a:spcAft>
                <a:spcPts val="400"/>
              </a:spcAft>
              <a:buFont typeface="Arial" panose="020B0604020202020204" pitchFamily="34" charset="0"/>
              <a:buNone/>
              <a:defRPr sz="1600" b="1" baseline="0">
                <a:solidFill>
                  <a:schemeClr val="bg1"/>
                </a:solidFill>
              </a:defRPr>
            </a:lvl1pPr>
            <a:lvl2pPr marL="0" indent="0" algn="l">
              <a:spcBef>
                <a:spcPts val="400"/>
              </a:spcBef>
              <a:spcAft>
                <a:spcPts val="400"/>
              </a:spcAft>
              <a:buNone/>
              <a:defRPr sz="1600" b="1">
                <a:solidFill>
                  <a:schemeClr val="bg1"/>
                </a:solidFill>
              </a:defRPr>
            </a:lvl2pPr>
            <a:lvl3pPr marL="0" indent="0" algn="l">
              <a:spcBef>
                <a:spcPts val="400"/>
              </a:spcBef>
              <a:spcAft>
                <a:spcPts val="400"/>
              </a:spcAft>
              <a:buNone/>
              <a:defRPr sz="1600" b="1">
                <a:solidFill>
                  <a:schemeClr val="bg1"/>
                </a:solidFill>
              </a:defRPr>
            </a:lvl3pPr>
            <a:lvl4pPr marL="0" indent="0" algn="l">
              <a:spcBef>
                <a:spcPts val="400"/>
              </a:spcBef>
              <a:spcAft>
                <a:spcPts val="400"/>
              </a:spcAft>
              <a:buNone/>
              <a:defRPr sz="1600" b="1">
                <a:solidFill>
                  <a:schemeClr val="bg1"/>
                </a:solidFill>
              </a:defRPr>
            </a:lvl4pPr>
            <a:lvl5pPr marL="0" indent="0" algn="l">
              <a:spcBef>
                <a:spcPts val="400"/>
              </a:spcBef>
              <a:spcAft>
                <a:spcPts val="400"/>
              </a:spcAft>
              <a:buNone/>
              <a:defRPr sz="1600" b="1">
                <a:solidFill>
                  <a:schemeClr val="bg1"/>
                </a:solidFill>
              </a:defRPr>
            </a:lvl5pPr>
            <a:lvl6pPr marL="0" indent="0" algn="l">
              <a:spcBef>
                <a:spcPts val="400"/>
              </a:spcBef>
              <a:spcAft>
                <a:spcPts val="400"/>
              </a:spcAft>
              <a:buNone/>
              <a:defRPr sz="1600" b="1">
                <a:solidFill>
                  <a:schemeClr val="bg1"/>
                </a:solidFill>
              </a:defRPr>
            </a:lvl6pPr>
            <a:lvl7pPr marL="0" indent="0" algn="l">
              <a:spcBef>
                <a:spcPts val="400"/>
              </a:spcBef>
              <a:spcAft>
                <a:spcPts val="400"/>
              </a:spcAft>
              <a:buNone/>
              <a:defRPr sz="1600" b="1">
                <a:solidFill>
                  <a:schemeClr val="bg1"/>
                </a:solidFill>
              </a:defRPr>
            </a:lvl7pPr>
            <a:lvl8pPr marL="0" indent="0" algn="l">
              <a:spcBef>
                <a:spcPts val="400"/>
              </a:spcBef>
              <a:spcAft>
                <a:spcPts val="400"/>
              </a:spcAft>
              <a:buFont typeface="Arial" panose="020B0604020202020204" pitchFamily="34" charset="0"/>
              <a:buNone/>
              <a:defRPr sz="1600" b="1">
                <a:solidFill>
                  <a:schemeClr val="bg1"/>
                </a:solidFill>
              </a:defRPr>
            </a:lvl8pPr>
            <a:lvl9pPr marL="0" indent="0" algn="l">
              <a:spcBef>
                <a:spcPts val="400"/>
              </a:spcBef>
              <a:spcAft>
                <a:spcPts val="400"/>
              </a:spcAft>
              <a:buFont typeface="Arial" panose="020B0604020202020204" pitchFamily="34" charset="0"/>
              <a:buNone/>
              <a:defRPr sz="1600" b="1">
                <a:solidFill>
                  <a:schemeClr val="bg1"/>
                </a:solidFill>
              </a:defRPr>
            </a:lvl9pPr>
          </a:lstStyle>
          <a:p>
            <a:pPr lvl="0"/>
            <a:r>
              <a:rPr lang="en-US" dirty="0"/>
              <a:t>Topic 3</a:t>
            </a:r>
          </a:p>
        </p:txBody>
      </p:sp>
      <p:sp>
        <p:nvSpPr>
          <p:cNvPr id="16" name="Text Placeholder 3"/>
          <p:cNvSpPr>
            <a:spLocks noGrp="1"/>
          </p:cNvSpPr>
          <p:nvPr>
            <p:ph type="body" sz="quarter" idx="20" hasCustomPrompt="1"/>
          </p:nvPr>
        </p:nvSpPr>
        <p:spPr bwMode="gray">
          <a:xfrm>
            <a:off x="7525592" y="1653118"/>
            <a:ext cx="2112433" cy="383729"/>
          </a:xfrm>
          <a:solidFill>
            <a:schemeClr val="accent4"/>
          </a:solidFill>
        </p:spPr>
        <p:txBody>
          <a:bodyPr wrap="square" lIns="72000" tIns="36000" rIns="72000" bIns="36000" anchor="ctr" anchorCtr="0"/>
          <a:lstStyle>
            <a:lvl1pPr marL="0" indent="0" algn="l">
              <a:spcBef>
                <a:spcPts val="400"/>
              </a:spcBef>
              <a:spcAft>
                <a:spcPts val="400"/>
              </a:spcAft>
              <a:buFont typeface="Arial" panose="020B0604020202020204" pitchFamily="34" charset="0"/>
              <a:buNone/>
              <a:defRPr sz="1600" b="1" baseline="0">
                <a:solidFill>
                  <a:schemeClr val="bg1"/>
                </a:solidFill>
              </a:defRPr>
            </a:lvl1pPr>
            <a:lvl2pPr marL="0" indent="0" algn="l">
              <a:spcBef>
                <a:spcPts val="400"/>
              </a:spcBef>
              <a:spcAft>
                <a:spcPts val="400"/>
              </a:spcAft>
              <a:buNone/>
              <a:defRPr sz="1600" b="1">
                <a:solidFill>
                  <a:schemeClr val="bg1"/>
                </a:solidFill>
              </a:defRPr>
            </a:lvl2pPr>
            <a:lvl3pPr marL="0" indent="0" algn="l">
              <a:spcBef>
                <a:spcPts val="400"/>
              </a:spcBef>
              <a:spcAft>
                <a:spcPts val="400"/>
              </a:spcAft>
              <a:buNone/>
              <a:defRPr sz="1600" b="1">
                <a:solidFill>
                  <a:schemeClr val="bg1"/>
                </a:solidFill>
              </a:defRPr>
            </a:lvl3pPr>
            <a:lvl4pPr marL="0" indent="0" algn="l">
              <a:spcBef>
                <a:spcPts val="400"/>
              </a:spcBef>
              <a:spcAft>
                <a:spcPts val="400"/>
              </a:spcAft>
              <a:buNone/>
              <a:defRPr sz="1600" b="1">
                <a:solidFill>
                  <a:schemeClr val="bg1"/>
                </a:solidFill>
              </a:defRPr>
            </a:lvl4pPr>
            <a:lvl5pPr marL="0" indent="0" algn="l">
              <a:spcBef>
                <a:spcPts val="400"/>
              </a:spcBef>
              <a:spcAft>
                <a:spcPts val="400"/>
              </a:spcAft>
              <a:buNone/>
              <a:defRPr sz="1600" b="1">
                <a:solidFill>
                  <a:schemeClr val="bg1"/>
                </a:solidFill>
              </a:defRPr>
            </a:lvl5pPr>
            <a:lvl6pPr marL="0" indent="0" algn="l">
              <a:spcBef>
                <a:spcPts val="400"/>
              </a:spcBef>
              <a:spcAft>
                <a:spcPts val="400"/>
              </a:spcAft>
              <a:buNone/>
              <a:defRPr sz="1600" b="1">
                <a:solidFill>
                  <a:schemeClr val="bg1"/>
                </a:solidFill>
              </a:defRPr>
            </a:lvl6pPr>
            <a:lvl7pPr marL="0" indent="0" algn="l">
              <a:spcBef>
                <a:spcPts val="400"/>
              </a:spcBef>
              <a:spcAft>
                <a:spcPts val="400"/>
              </a:spcAft>
              <a:buNone/>
              <a:defRPr sz="1600" b="1">
                <a:solidFill>
                  <a:schemeClr val="bg1"/>
                </a:solidFill>
              </a:defRPr>
            </a:lvl7pPr>
            <a:lvl8pPr marL="0" indent="0" algn="l">
              <a:spcBef>
                <a:spcPts val="400"/>
              </a:spcBef>
              <a:spcAft>
                <a:spcPts val="400"/>
              </a:spcAft>
              <a:buFont typeface="Arial" panose="020B0604020202020204" pitchFamily="34" charset="0"/>
              <a:buNone/>
              <a:defRPr sz="1600" b="1">
                <a:solidFill>
                  <a:schemeClr val="bg1"/>
                </a:solidFill>
              </a:defRPr>
            </a:lvl8pPr>
            <a:lvl9pPr marL="0" indent="0" algn="l">
              <a:spcBef>
                <a:spcPts val="400"/>
              </a:spcBef>
              <a:spcAft>
                <a:spcPts val="400"/>
              </a:spcAft>
              <a:buFont typeface="Arial" panose="020B0604020202020204" pitchFamily="34" charset="0"/>
              <a:buNone/>
              <a:defRPr sz="1600" b="1">
                <a:solidFill>
                  <a:schemeClr val="bg1"/>
                </a:solidFill>
              </a:defRPr>
            </a:lvl9pPr>
          </a:lstStyle>
          <a:p>
            <a:pPr lvl="0"/>
            <a:r>
              <a:rPr lang="en-US" dirty="0"/>
              <a:t>Topic 4</a:t>
            </a:r>
          </a:p>
        </p:txBody>
      </p:sp>
      <p:sp>
        <p:nvSpPr>
          <p:cNvPr id="3" name="Date Placeholder 2"/>
          <p:cNvSpPr>
            <a:spLocks noGrp="1"/>
          </p:cNvSpPr>
          <p:nvPr>
            <p:ph type="dt" sz="half" idx="21"/>
          </p:nvPr>
        </p:nvSpPr>
        <p:spPr/>
        <p:txBody>
          <a:bodyPr/>
          <a:lstStyle/>
          <a:p>
            <a:fld id="{4DDB5538-DA78-4C2C-BF6B-9485BBAF1D80}" type="datetimeFigureOut">
              <a:rPr lang="en-US" smtClean="0"/>
              <a:t>10/14/2025</a:t>
            </a:fld>
            <a:endParaRPr lang="en-US"/>
          </a:p>
        </p:txBody>
      </p:sp>
      <p:sp>
        <p:nvSpPr>
          <p:cNvPr id="5" name="Footer Placeholder 4"/>
          <p:cNvSpPr>
            <a:spLocks noGrp="1"/>
          </p:cNvSpPr>
          <p:nvPr>
            <p:ph type="ftr" sz="quarter" idx="22"/>
          </p:nvPr>
        </p:nvSpPr>
        <p:spPr/>
        <p:txBody>
          <a:bodyPr/>
          <a:lstStyle/>
          <a:p>
            <a:endParaRPr lang="en-US"/>
          </a:p>
        </p:txBody>
      </p:sp>
      <p:sp>
        <p:nvSpPr>
          <p:cNvPr id="6" name="Slide Number Placeholder 5"/>
          <p:cNvSpPr>
            <a:spLocks noGrp="1"/>
          </p:cNvSpPr>
          <p:nvPr>
            <p:ph type="sldNum" sz="quarter" idx="23"/>
          </p:nvPr>
        </p:nvSpPr>
        <p:spPr/>
        <p:txBody>
          <a:bodyPr/>
          <a:lstStyle/>
          <a:p>
            <a:fld id="{81561042-0DC2-4A04-AA50-F6D44EB20EBA}" type="slidenum">
              <a:rPr lang="en-US" smtClean="0"/>
              <a:t>‹#›</a:t>
            </a:fld>
            <a:endParaRPr lang="en-US"/>
          </a:p>
        </p:txBody>
      </p:sp>
    </p:spTree>
    <p:extLst>
      <p:ext uri="{BB962C8B-B14F-4D97-AF65-F5344CB8AC3E}">
        <p14:creationId xmlns:p14="http://schemas.microsoft.com/office/powerpoint/2010/main" val="1658399787"/>
      </p:ext>
    </p:extLst>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ext + Picture S">
    <p:spTree>
      <p:nvGrpSpPr>
        <p:cNvPr id="1" name=""/>
        <p:cNvGrpSpPr/>
        <p:nvPr/>
      </p:nvGrpSpPr>
      <p:grpSpPr>
        <a:xfrm>
          <a:off x="0" y="0"/>
          <a:ext cx="0" cy="0"/>
          <a:chOff x="0" y="0"/>
          <a:chExt cx="0" cy="0"/>
        </a:xfrm>
      </p:grpSpPr>
      <p:sp>
        <p:nvSpPr>
          <p:cNvPr id="2" name="Title 1"/>
          <p:cNvSpPr>
            <a:spLocks noGrp="1"/>
          </p:cNvSpPr>
          <p:nvPr>
            <p:ph type="title" hasCustomPrompt="1"/>
          </p:nvPr>
        </p:nvSpPr>
        <p:spPr bwMode="gray"/>
        <p:txBody>
          <a:bodyPr/>
          <a:lstStyle/>
          <a:p>
            <a:r>
              <a:rPr lang="de-DE" dirty="0"/>
              <a:t>Write </a:t>
            </a:r>
            <a:r>
              <a:rPr lang="de-DE" dirty="0" err="1"/>
              <a:t>your</a:t>
            </a:r>
            <a:r>
              <a:rPr lang="de-DE" dirty="0"/>
              <a:t> title</a:t>
            </a:r>
            <a:br>
              <a:rPr lang="de-DE" dirty="0"/>
            </a:br>
            <a:r>
              <a:rPr lang="de-DE" dirty="0"/>
              <a:t>- </a:t>
            </a:r>
            <a:r>
              <a:rPr lang="de-DE" dirty="0" err="1"/>
              <a:t>maximum</a:t>
            </a:r>
            <a:r>
              <a:rPr lang="de-DE" dirty="0"/>
              <a:t> 2 </a:t>
            </a:r>
            <a:r>
              <a:rPr lang="de-DE" dirty="0" err="1"/>
              <a:t>lines</a:t>
            </a:r>
            <a:endParaRPr lang="en-US" dirty="0"/>
          </a:p>
        </p:txBody>
      </p:sp>
      <p:sp>
        <p:nvSpPr>
          <p:cNvPr id="11" name="Text Placeholder 10"/>
          <p:cNvSpPr>
            <a:spLocks noGrp="1"/>
          </p:cNvSpPr>
          <p:nvPr>
            <p:ph type="body" sz="quarter" idx="13"/>
          </p:nvPr>
        </p:nvSpPr>
        <p:spPr bwMode="gray">
          <a:xfrm>
            <a:off x="2832101" y="1653116"/>
            <a:ext cx="6815668" cy="475191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Picture Placeholder 3"/>
          <p:cNvSpPr>
            <a:spLocks noGrp="1"/>
          </p:cNvSpPr>
          <p:nvPr>
            <p:ph type="pic" sz="quarter" idx="14" hasCustomPrompt="1"/>
          </p:nvPr>
        </p:nvSpPr>
        <p:spPr bwMode="gray">
          <a:xfrm>
            <a:off x="239184" y="1653118"/>
            <a:ext cx="2351616" cy="4751916"/>
          </a:xfrm>
          <a:noFill/>
        </p:spPr>
        <p:txBody>
          <a:bodyPr anchor="ctr"/>
          <a:lstStyle>
            <a:lvl1pPr algn="ctr">
              <a:defRPr i="1"/>
            </a:lvl1pPr>
          </a:lstStyle>
          <a:p>
            <a:r>
              <a:rPr lang="de-DE" dirty="0"/>
              <a:t>Insert </a:t>
            </a:r>
            <a:r>
              <a:rPr lang="de-DE" dirty="0" err="1"/>
              <a:t>picture</a:t>
            </a:r>
            <a:r>
              <a:rPr lang="de-DE" dirty="0"/>
              <a:t> </a:t>
            </a:r>
            <a:r>
              <a:rPr lang="de-DE" dirty="0" err="1"/>
              <a:t>by</a:t>
            </a:r>
            <a:r>
              <a:rPr lang="de-DE" dirty="0"/>
              <a:t> </a:t>
            </a:r>
            <a:br>
              <a:rPr lang="de-DE" dirty="0"/>
            </a:br>
            <a:r>
              <a:rPr lang="de-DE" dirty="0" err="1"/>
              <a:t>clicking</a:t>
            </a:r>
            <a:r>
              <a:rPr lang="de-DE" dirty="0"/>
              <a:t> </a:t>
            </a:r>
            <a:r>
              <a:rPr lang="de-DE" dirty="0" err="1"/>
              <a:t>the</a:t>
            </a:r>
            <a:r>
              <a:rPr lang="de-DE" dirty="0"/>
              <a:t> </a:t>
            </a:r>
            <a:r>
              <a:rPr lang="de-DE" dirty="0" err="1"/>
              <a:t>icon</a:t>
            </a:r>
            <a:endParaRPr lang="de-DE" dirty="0"/>
          </a:p>
          <a:p>
            <a:endParaRPr lang="de-DE" dirty="0"/>
          </a:p>
          <a:p>
            <a:endParaRPr lang="de-DE" dirty="0"/>
          </a:p>
          <a:p>
            <a:endParaRPr lang="de-DE" dirty="0"/>
          </a:p>
          <a:p>
            <a:endParaRPr lang="en-US" dirty="0"/>
          </a:p>
        </p:txBody>
      </p:sp>
      <p:sp>
        <p:nvSpPr>
          <p:cNvPr id="3" name="Date Placeholder 2"/>
          <p:cNvSpPr>
            <a:spLocks noGrp="1"/>
          </p:cNvSpPr>
          <p:nvPr>
            <p:ph type="dt" sz="half" idx="15"/>
          </p:nvPr>
        </p:nvSpPr>
        <p:spPr/>
        <p:txBody>
          <a:bodyPr/>
          <a:lstStyle/>
          <a:p>
            <a:fld id="{4DDB5538-DA78-4C2C-BF6B-9485BBAF1D80}" type="datetimeFigureOut">
              <a:rPr lang="en-US" smtClean="0"/>
              <a:t>10/14/2025</a:t>
            </a:fld>
            <a:endParaRPr lang="en-US"/>
          </a:p>
        </p:txBody>
      </p:sp>
      <p:sp>
        <p:nvSpPr>
          <p:cNvPr id="5" name="Footer Placeholder 4"/>
          <p:cNvSpPr>
            <a:spLocks noGrp="1"/>
          </p:cNvSpPr>
          <p:nvPr>
            <p:ph type="ftr" sz="quarter" idx="16"/>
          </p:nvPr>
        </p:nvSpPr>
        <p:spPr/>
        <p:txBody>
          <a:bodyPr/>
          <a:lstStyle/>
          <a:p>
            <a:endParaRPr lang="en-US"/>
          </a:p>
        </p:txBody>
      </p:sp>
      <p:sp>
        <p:nvSpPr>
          <p:cNvPr id="6" name="Slide Number Placeholder 5"/>
          <p:cNvSpPr>
            <a:spLocks noGrp="1"/>
          </p:cNvSpPr>
          <p:nvPr>
            <p:ph type="sldNum" sz="quarter" idx="17"/>
          </p:nvPr>
        </p:nvSpPr>
        <p:spPr/>
        <p:txBody>
          <a:bodyPr/>
          <a:lstStyle/>
          <a:p>
            <a:fld id="{81561042-0DC2-4A04-AA50-F6D44EB20EBA}" type="slidenum">
              <a:rPr lang="en-US" smtClean="0"/>
              <a:t>‹#›</a:t>
            </a:fld>
            <a:endParaRPr lang="en-US"/>
          </a:p>
        </p:txBody>
      </p:sp>
    </p:spTree>
    <p:extLst>
      <p:ext uri="{BB962C8B-B14F-4D97-AF65-F5344CB8AC3E}">
        <p14:creationId xmlns:p14="http://schemas.microsoft.com/office/powerpoint/2010/main" val="3922214426"/>
      </p:ext>
    </p:extLst>
  </p:cSld>
  <p:clrMapOvr>
    <a:masterClrMapping/>
  </p:clrMapOvr>
  <p:transition>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ext + Picture M">
    <p:spTree>
      <p:nvGrpSpPr>
        <p:cNvPr id="1" name=""/>
        <p:cNvGrpSpPr/>
        <p:nvPr/>
      </p:nvGrpSpPr>
      <p:grpSpPr>
        <a:xfrm>
          <a:off x="0" y="0"/>
          <a:ext cx="0" cy="0"/>
          <a:chOff x="0" y="0"/>
          <a:chExt cx="0" cy="0"/>
        </a:xfrm>
      </p:grpSpPr>
      <p:sp>
        <p:nvSpPr>
          <p:cNvPr id="2" name="Title 1"/>
          <p:cNvSpPr>
            <a:spLocks noGrp="1"/>
          </p:cNvSpPr>
          <p:nvPr>
            <p:ph type="title" hasCustomPrompt="1"/>
          </p:nvPr>
        </p:nvSpPr>
        <p:spPr bwMode="gray"/>
        <p:txBody>
          <a:bodyPr/>
          <a:lstStyle/>
          <a:p>
            <a:r>
              <a:rPr lang="de-DE" dirty="0"/>
              <a:t>Write </a:t>
            </a:r>
            <a:r>
              <a:rPr lang="de-DE" dirty="0" err="1"/>
              <a:t>your</a:t>
            </a:r>
            <a:r>
              <a:rPr lang="de-DE" dirty="0"/>
              <a:t> title</a:t>
            </a:r>
            <a:br>
              <a:rPr lang="de-DE" dirty="0"/>
            </a:br>
            <a:r>
              <a:rPr lang="de-DE" dirty="0"/>
              <a:t>- </a:t>
            </a:r>
            <a:r>
              <a:rPr lang="de-DE" dirty="0" err="1"/>
              <a:t>maximum</a:t>
            </a:r>
            <a:r>
              <a:rPr lang="de-DE" dirty="0"/>
              <a:t> 2 </a:t>
            </a:r>
            <a:r>
              <a:rPr lang="de-DE" dirty="0" err="1"/>
              <a:t>lines</a:t>
            </a:r>
            <a:endParaRPr lang="en-US" dirty="0"/>
          </a:p>
        </p:txBody>
      </p:sp>
      <p:sp>
        <p:nvSpPr>
          <p:cNvPr id="11" name="Text Placeholder 10"/>
          <p:cNvSpPr>
            <a:spLocks noGrp="1"/>
          </p:cNvSpPr>
          <p:nvPr>
            <p:ph type="body" sz="quarter" idx="13"/>
          </p:nvPr>
        </p:nvSpPr>
        <p:spPr bwMode="gray">
          <a:xfrm>
            <a:off x="5183721" y="1653116"/>
            <a:ext cx="4464049" cy="475191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Picture Placeholder 3"/>
          <p:cNvSpPr>
            <a:spLocks noGrp="1"/>
          </p:cNvSpPr>
          <p:nvPr>
            <p:ph type="pic" sz="quarter" idx="14" hasCustomPrompt="1"/>
          </p:nvPr>
        </p:nvSpPr>
        <p:spPr bwMode="gray">
          <a:xfrm>
            <a:off x="239186" y="1653118"/>
            <a:ext cx="4705349" cy="4751916"/>
          </a:xfrm>
          <a:noFill/>
        </p:spPr>
        <p:txBody>
          <a:bodyPr anchor="ctr"/>
          <a:lstStyle>
            <a:lvl1pPr algn="ctr">
              <a:defRPr i="1"/>
            </a:lvl1pPr>
          </a:lstStyle>
          <a:p>
            <a:r>
              <a:rPr lang="de-DE" dirty="0"/>
              <a:t>Insert </a:t>
            </a:r>
            <a:r>
              <a:rPr lang="de-DE" dirty="0" err="1"/>
              <a:t>picture</a:t>
            </a:r>
            <a:r>
              <a:rPr lang="de-DE" dirty="0"/>
              <a:t> </a:t>
            </a:r>
            <a:r>
              <a:rPr lang="de-DE" dirty="0" err="1"/>
              <a:t>by</a:t>
            </a:r>
            <a:r>
              <a:rPr lang="de-DE" dirty="0"/>
              <a:t> </a:t>
            </a:r>
            <a:br>
              <a:rPr lang="de-DE" dirty="0"/>
            </a:br>
            <a:r>
              <a:rPr lang="de-DE" dirty="0" err="1"/>
              <a:t>clicking</a:t>
            </a:r>
            <a:r>
              <a:rPr lang="de-DE" dirty="0"/>
              <a:t> </a:t>
            </a:r>
            <a:r>
              <a:rPr lang="de-DE" dirty="0" err="1"/>
              <a:t>the</a:t>
            </a:r>
            <a:r>
              <a:rPr lang="de-DE" dirty="0"/>
              <a:t> </a:t>
            </a:r>
            <a:r>
              <a:rPr lang="de-DE" dirty="0" err="1"/>
              <a:t>icon</a:t>
            </a:r>
            <a:endParaRPr lang="de-DE" dirty="0"/>
          </a:p>
          <a:p>
            <a:endParaRPr lang="de-DE" dirty="0"/>
          </a:p>
          <a:p>
            <a:endParaRPr lang="de-DE" dirty="0"/>
          </a:p>
          <a:p>
            <a:endParaRPr lang="de-DE" dirty="0"/>
          </a:p>
          <a:p>
            <a:endParaRPr lang="en-US" dirty="0"/>
          </a:p>
        </p:txBody>
      </p:sp>
      <p:sp>
        <p:nvSpPr>
          <p:cNvPr id="3" name="Date Placeholder 2"/>
          <p:cNvSpPr>
            <a:spLocks noGrp="1"/>
          </p:cNvSpPr>
          <p:nvPr>
            <p:ph type="dt" sz="half" idx="15"/>
          </p:nvPr>
        </p:nvSpPr>
        <p:spPr/>
        <p:txBody>
          <a:bodyPr/>
          <a:lstStyle/>
          <a:p>
            <a:fld id="{4DDB5538-DA78-4C2C-BF6B-9485BBAF1D80}" type="datetimeFigureOut">
              <a:rPr lang="en-US" smtClean="0"/>
              <a:t>10/14/2025</a:t>
            </a:fld>
            <a:endParaRPr lang="en-US"/>
          </a:p>
        </p:txBody>
      </p:sp>
      <p:sp>
        <p:nvSpPr>
          <p:cNvPr id="5" name="Footer Placeholder 4"/>
          <p:cNvSpPr>
            <a:spLocks noGrp="1"/>
          </p:cNvSpPr>
          <p:nvPr>
            <p:ph type="ftr" sz="quarter" idx="16"/>
          </p:nvPr>
        </p:nvSpPr>
        <p:spPr/>
        <p:txBody>
          <a:bodyPr/>
          <a:lstStyle/>
          <a:p>
            <a:endParaRPr lang="en-US"/>
          </a:p>
        </p:txBody>
      </p:sp>
      <p:sp>
        <p:nvSpPr>
          <p:cNvPr id="6" name="Slide Number Placeholder 5"/>
          <p:cNvSpPr>
            <a:spLocks noGrp="1"/>
          </p:cNvSpPr>
          <p:nvPr>
            <p:ph type="sldNum" sz="quarter" idx="17"/>
          </p:nvPr>
        </p:nvSpPr>
        <p:spPr/>
        <p:txBody>
          <a:bodyPr/>
          <a:lstStyle/>
          <a:p>
            <a:fld id="{81561042-0DC2-4A04-AA50-F6D44EB20EBA}" type="slidenum">
              <a:rPr lang="en-US" smtClean="0"/>
              <a:t>‹#›</a:t>
            </a:fld>
            <a:endParaRPr lang="en-US"/>
          </a:p>
        </p:txBody>
      </p:sp>
    </p:spTree>
    <p:extLst>
      <p:ext uri="{BB962C8B-B14F-4D97-AF65-F5344CB8AC3E}">
        <p14:creationId xmlns:p14="http://schemas.microsoft.com/office/powerpoint/2010/main" val="2517705826"/>
      </p:ext>
    </p:extLst>
  </p:cSld>
  <p:clrMapOvr>
    <a:masterClrMapping/>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ext + Picture L">
    <p:spTree>
      <p:nvGrpSpPr>
        <p:cNvPr id="1" name=""/>
        <p:cNvGrpSpPr/>
        <p:nvPr/>
      </p:nvGrpSpPr>
      <p:grpSpPr>
        <a:xfrm>
          <a:off x="0" y="0"/>
          <a:ext cx="0" cy="0"/>
          <a:chOff x="0" y="0"/>
          <a:chExt cx="0" cy="0"/>
        </a:xfrm>
      </p:grpSpPr>
      <p:sp>
        <p:nvSpPr>
          <p:cNvPr id="2" name="Title 1"/>
          <p:cNvSpPr>
            <a:spLocks noGrp="1"/>
          </p:cNvSpPr>
          <p:nvPr>
            <p:ph type="title" hasCustomPrompt="1"/>
          </p:nvPr>
        </p:nvSpPr>
        <p:spPr bwMode="gray"/>
        <p:txBody>
          <a:bodyPr/>
          <a:lstStyle/>
          <a:p>
            <a:r>
              <a:rPr lang="de-DE" dirty="0"/>
              <a:t>Write </a:t>
            </a:r>
            <a:r>
              <a:rPr lang="de-DE" dirty="0" err="1"/>
              <a:t>your</a:t>
            </a:r>
            <a:r>
              <a:rPr lang="de-DE" dirty="0"/>
              <a:t> title</a:t>
            </a:r>
            <a:br>
              <a:rPr lang="de-DE" dirty="0"/>
            </a:br>
            <a:r>
              <a:rPr lang="de-DE" dirty="0"/>
              <a:t>- </a:t>
            </a:r>
            <a:r>
              <a:rPr lang="de-DE" dirty="0" err="1"/>
              <a:t>maximum</a:t>
            </a:r>
            <a:r>
              <a:rPr lang="de-DE" dirty="0"/>
              <a:t> 2 </a:t>
            </a:r>
            <a:r>
              <a:rPr lang="de-DE" dirty="0" err="1"/>
              <a:t>lines</a:t>
            </a:r>
            <a:endParaRPr lang="en-US" dirty="0"/>
          </a:p>
        </p:txBody>
      </p:sp>
      <p:sp>
        <p:nvSpPr>
          <p:cNvPr id="11" name="Text Placeholder 10"/>
          <p:cNvSpPr>
            <a:spLocks noGrp="1"/>
          </p:cNvSpPr>
          <p:nvPr>
            <p:ph type="body" sz="quarter" idx="13"/>
          </p:nvPr>
        </p:nvSpPr>
        <p:spPr bwMode="gray">
          <a:xfrm>
            <a:off x="7535337" y="1653116"/>
            <a:ext cx="2112433" cy="475191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Picture Placeholder 3"/>
          <p:cNvSpPr>
            <a:spLocks noGrp="1"/>
          </p:cNvSpPr>
          <p:nvPr>
            <p:ph type="pic" sz="quarter" idx="14" hasCustomPrompt="1"/>
          </p:nvPr>
        </p:nvSpPr>
        <p:spPr bwMode="gray">
          <a:xfrm>
            <a:off x="239183" y="1653118"/>
            <a:ext cx="7056967" cy="4751916"/>
          </a:xfrm>
          <a:noFill/>
        </p:spPr>
        <p:txBody>
          <a:bodyPr anchor="ctr"/>
          <a:lstStyle>
            <a:lvl1pPr algn="ctr">
              <a:defRPr i="1"/>
            </a:lvl1pPr>
          </a:lstStyle>
          <a:p>
            <a:r>
              <a:rPr lang="de-DE" dirty="0"/>
              <a:t>Insert </a:t>
            </a:r>
            <a:r>
              <a:rPr lang="de-DE" dirty="0" err="1"/>
              <a:t>picture</a:t>
            </a:r>
            <a:r>
              <a:rPr lang="de-DE" dirty="0"/>
              <a:t> </a:t>
            </a:r>
            <a:r>
              <a:rPr lang="de-DE" dirty="0" err="1"/>
              <a:t>by</a:t>
            </a:r>
            <a:r>
              <a:rPr lang="de-DE" dirty="0"/>
              <a:t> </a:t>
            </a:r>
            <a:br>
              <a:rPr lang="de-DE" dirty="0"/>
            </a:br>
            <a:r>
              <a:rPr lang="de-DE" dirty="0" err="1"/>
              <a:t>clicking</a:t>
            </a:r>
            <a:r>
              <a:rPr lang="de-DE" dirty="0"/>
              <a:t> </a:t>
            </a:r>
            <a:r>
              <a:rPr lang="de-DE" dirty="0" err="1"/>
              <a:t>the</a:t>
            </a:r>
            <a:r>
              <a:rPr lang="de-DE" dirty="0"/>
              <a:t> </a:t>
            </a:r>
            <a:r>
              <a:rPr lang="de-DE" dirty="0" err="1"/>
              <a:t>icon</a:t>
            </a:r>
            <a:endParaRPr lang="de-DE" dirty="0"/>
          </a:p>
          <a:p>
            <a:endParaRPr lang="de-DE" dirty="0"/>
          </a:p>
          <a:p>
            <a:endParaRPr lang="de-DE" dirty="0"/>
          </a:p>
          <a:p>
            <a:endParaRPr lang="de-DE" dirty="0"/>
          </a:p>
          <a:p>
            <a:endParaRPr lang="en-US" dirty="0"/>
          </a:p>
        </p:txBody>
      </p:sp>
      <p:sp>
        <p:nvSpPr>
          <p:cNvPr id="3" name="Date Placeholder 2"/>
          <p:cNvSpPr>
            <a:spLocks noGrp="1"/>
          </p:cNvSpPr>
          <p:nvPr>
            <p:ph type="dt" sz="half" idx="15"/>
          </p:nvPr>
        </p:nvSpPr>
        <p:spPr/>
        <p:txBody>
          <a:bodyPr/>
          <a:lstStyle/>
          <a:p>
            <a:fld id="{4DDB5538-DA78-4C2C-BF6B-9485BBAF1D80}" type="datetimeFigureOut">
              <a:rPr lang="en-US" smtClean="0"/>
              <a:t>10/14/2025</a:t>
            </a:fld>
            <a:endParaRPr lang="en-US"/>
          </a:p>
        </p:txBody>
      </p:sp>
      <p:sp>
        <p:nvSpPr>
          <p:cNvPr id="5" name="Footer Placeholder 4"/>
          <p:cNvSpPr>
            <a:spLocks noGrp="1"/>
          </p:cNvSpPr>
          <p:nvPr>
            <p:ph type="ftr" sz="quarter" idx="16"/>
          </p:nvPr>
        </p:nvSpPr>
        <p:spPr/>
        <p:txBody>
          <a:bodyPr/>
          <a:lstStyle/>
          <a:p>
            <a:endParaRPr lang="en-US"/>
          </a:p>
        </p:txBody>
      </p:sp>
      <p:sp>
        <p:nvSpPr>
          <p:cNvPr id="6" name="Slide Number Placeholder 5"/>
          <p:cNvSpPr>
            <a:spLocks noGrp="1"/>
          </p:cNvSpPr>
          <p:nvPr>
            <p:ph type="sldNum" sz="quarter" idx="17"/>
          </p:nvPr>
        </p:nvSpPr>
        <p:spPr/>
        <p:txBody>
          <a:bodyPr/>
          <a:lstStyle/>
          <a:p>
            <a:fld id="{81561042-0DC2-4A04-AA50-F6D44EB20EBA}" type="slidenum">
              <a:rPr lang="en-US" smtClean="0"/>
              <a:t>‹#›</a:t>
            </a:fld>
            <a:endParaRPr lang="en-US"/>
          </a:p>
        </p:txBody>
      </p:sp>
    </p:spTree>
    <p:extLst>
      <p:ext uri="{BB962C8B-B14F-4D97-AF65-F5344CB8AC3E}">
        <p14:creationId xmlns:p14="http://schemas.microsoft.com/office/powerpoint/2010/main" val="4289701161"/>
      </p:ext>
    </p:extLst>
  </p:cSld>
  <p:clrMapOvr>
    <a:masterClrMapping/>
  </p:clrMapOvr>
  <p:transition>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Picture XL">
    <p:bg bwMode="gray">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bwMode="gray"/>
        <p:txBody>
          <a:bodyPr/>
          <a:lstStyle/>
          <a:p>
            <a:r>
              <a:rPr lang="de-DE" dirty="0"/>
              <a:t>Write </a:t>
            </a:r>
            <a:r>
              <a:rPr lang="de-DE" dirty="0" err="1"/>
              <a:t>your</a:t>
            </a:r>
            <a:r>
              <a:rPr lang="de-DE" dirty="0"/>
              <a:t> title</a:t>
            </a:r>
            <a:br>
              <a:rPr lang="de-DE" dirty="0"/>
            </a:br>
            <a:r>
              <a:rPr lang="de-DE" dirty="0"/>
              <a:t>- </a:t>
            </a:r>
            <a:r>
              <a:rPr lang="de-DE" dirty="0" err="1"/>
              <a:t>maximum</a:t>
            </a:r>
            <a:r>
              <a:rPr lang="de-DE" dirty="0"/>
              <a:t> 2 </a:t>
            </a:r>
            <a:r>
              <a:rPr lang="de-DE" dirty="0" err="1"/>
              <a:t>lines</a:t>
            </a:r>
            <a:endParaRPr lang="en-US" dirty="0"/>
          </a:p>
        </p:txBody>
      </p:sp>
      <p:sp>
        <p:nvSpPr>
          <p:cNvPr id="4" name="Picture Placeholder 3"/>
          <p:cNvSpPr>
            <a:spLocks noGrp="1"/>
          </p:cNvSpPr>
          <p:nvPr>
            <p:ph type="pic" sz="quarter" idx="14" hasCustomPrompt="1"/>
          </p:nvPr>
        </p:nvSpPr>
        <p:spPr bwMode="gray">
          <a:xfrm>
            <a:off x="239181" y="1653118"/>
            <a:ext cx="9649883" cy="4751916"/>
          </a:xfrm>
          <a:noFill/>
        </p:spPr>
        <p:txBody>
          <a:bodyPr anchor="ctr"/>
          <a:lstStyle>
            <a:lvl1pPr algn="ctr">
              <a:defRPr i="1"/>
            </a:lvl1pPr>
          </a:lstStyle>
          <a:p>
            <a:r>
              <a:rPr lang="de-DE" dirty="0"/>
              <a:t>Insert </a:t>
            </a:r>
            <a:r>
              <a:rPr lang="de-DE" dirty="0" err="1"/>
              <a:t>picture</a:t>
            </a:r>
            <a:r>
              <a:rPr lang="de-DE" dirty="0"/>
              <a:t> </a:t>
            </a:r>
            <a:r>
              <a:rPr lang="de-DE" dirty="0" err="1"/>
              <a:t>by</a:t>
            </a:r>
            <a:r>
              <a:rPr lang="de-DE" dirty="0"/>
              <a:t> </a:t>
            </a:r>
            <a:br>
              <a:rPr lang="de-DE" dirty="0"/>
            </a:br>
            <a:r>
              <a:rPr lang="de-DE" dirty="0" err="1"/>
              <a:t>clicking</a:t>
            </a:r>
            <a:r>
              <a:rPr lang="de-DE" dirty="0"/>
              <a:t> </a:t>
            </a:r>
            <a:r>
              <a:rPr lang="de-DE" dirty="0" err="1"/>
              <a:t>the</a:t>
            </a:r>
            <a:r>
              <a:rPr lang="de-DE" dirty="0"/>
              <a:t> </a:t>
            </a:r>
            <a:r>
              <a:rPr lang="de-DE" dirty="0" err="1"/>
              <a:t>icon</a:t>
            </a:r>
            <a:endParaRPr lang="de-DE" dirty="0"/>
          </a:p>
          <a:p>
            <a:endParaRPr lang="de-DE" dirty="0"/>
          </a:p>
          <a:p>
            <a:endParaRPr lang="de-DE" dirty="0"/>
          </a:p>
          <a:p>
            <a:endParaRPr lang="de-DE" dirty="0"/>
          </a:p>
          <a:p>
            <a:endParaRPr lang="en-US" dirty="0"/>
          </a:p>
        </p:txBody>
      </p:sp>
      <p:sp>
        <p:nvSpPr>
          <p:cNvPr id="3" name="Date Placeholder 2"/>
          <p:cNvSpPr>
            <a:spLocks noGrp="1"/>
          </p:cNvSpPr>
          <p:nvPr>
            <p:ph type="dt" sz="half" idx="15"/>
          </p:nvPr>
        </p:nvSpPr>
        <p:spPr/>
        <p:txBody>
          <a:bodyPr/>
          <a:lstStyle/>
          <a:p>
            <a:fld id="{4DDB5538-DA78-4C2C-BF6B-9485BBAF1D80}" type="datetimeFigureOut">
              <a:rPr lang="en-US" smtClean="0"/>
              <a:t>10/14/2025</a:t>
            </a:fld>
            <a:endParaRPr lang="en-US"/>
          </a:p>
        </p:txBody>
      </p:sp>
      <p:sp>
        <p:nvSpPr>
          <p:cNvPr id="5" name="Footer Placeholder 4"/>
          <p:cNvSpPr>
            <a:spLocks noGrp="1"/>
          </p:cNvSpPr>
          <p:nvPr>
            <p:ph type="ftr" sz="quarter" idx="16"/>
          </p:nvPr>
        </p:nvSpPr>
        <p:spPr/>
        <p:txBody>
          <a:bodyPr/>
          <a:lstStyle/>
          <a:p>
            <a:endParaRPr lang="en-US"/>
          </a:p>
        </p:txBody>
      </p:sp>
      <p:sp>
        <p:nvSpPr>
          <p:cNvPr id="6" name="Slide Number Placeholder 5"/>
          <p:cNvSpPr>
            <a:spLocks noGrp="1"/>
          </p:cNvSpPr>
          <p:nvPr>
            <p:ph type="sldNum" sz="quarter" idx="17"/>
          </p:nvPr>
        </p:nvSpPr>
        <p:spPr/>
        <p:txBody>
          <a:bodyPr/>
          <a:lstStyle/>
          <a:p>
            <a:fld id="{81561042-0DC2-4A04-AA50-F6D44EB20EBA}" type="slidenum">
              <a:rPr lang="en-US" smtClean="0"/>
              <a:t>‹#›</a:t>
            </a:fld>
            <a:endParaRPr lang="en-US"/>
          </a:p>
        </p:txBody>
      </p:sp>
    </p:spTree>
    <p:extLst>
      <p:ext uri="{BB962C8B-B14F-4D97-AF65-F5344CB8AC3E}">
        <p14:creationId xmlns:p14="http://schemas.microsoft.com/office/powerpoint/2010/main" val="2360696700"/>
      </p:ext>
    </p:extLst>
  </p:cSld>
  <p:clrMapOvr>
    <a:masterClrMapping/>
  </p:clrMapOvr>
  <p:transition>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Dividerslide">
    <p:spTree>
      <p:nvGrpSpPr>
        <p:cNvPr id="1" name=""/>
        <p:cNvGrpSpPr/>
        <p:nvPr/>
      </p:nvGrpSpPr>
      <p:grpSpPr>
        <a:xfrm>
          <a:off x="0" y="0"/>
          <a:ext cx="0" cy="0"/>
          <a:chOff x="0" y="0"/>
          <a:chExt cx="0" cy="0"/>
        </a:xfrm>
      </p:grpSpPr>
      <p:sp>
        <p:nvSpPr>
          <p:cNvPr id="21" name="Rectangle 20"/>
          <p:cNvSpPr/>
          <p:nvPr/>
        </p:nvSpPr>
        <p:spPr bwMode="gray">
          <a:xfrm>
            <a:off x="239186" y="3909485"/>
            <a:ext cx="11468100" cy="273684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14" name="Rectangle 13"/>
          <p:cNvSpPr/>
          <p:nvPr/>
        </p:nvSpPr>
        <p:spPr bwMode="gray">
          <a:xfrm>
            <a:off x="143339" y="2"/>
            <a:ext cx="9745727" cy="155679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 name="Title 1"/>
          <p:cNvSpPr>
            <a:spLocks noGrp="1"/>
          </p:cNvSpPr>
          <p:nvPr>
            <p:ph type="ctrTitle" hasCustomPrompt="1"/>
          </p:nvPr>
        </p:nvSpPr>
        <p:spPr bwMode="gray">
          <a:xfrm>
            <a:off x="478368" y="3909485"/>
            <a:ext cx="11228913" cy="2495551"/>
          </a:xfrm>
          <a:solidFill>
            <a:srgbClr val="DD640C"/>
          </a:solidFill>
        </p:spPr>
        <p:txBody>
          <a:bodyPr lIns="108000" tIns="252000" rIns="108000" bIns="252000" anchor="ctr" anchorCtr="0"/>
          <a:lstStyle>
            <a:lvl1pPr algn="ctr">
              <a:defRPr sz="3200">
                <a:solidFill>
                  <a:schemeClr val="bg1"/>
                </a:solidFill>
              </a:defRPr>
            </a:lvl1pPr>
          </a:lstStyle>
          <a:p>
            <a:r>
              <a:rPr lang="en-US" dirty="0" err="1"/>
              <a:t>Presentationtitle</a:t>
            </a:r>
            <a:br>
              <a:rPr lang="en-US" dirty="0"/>
            </a:br>
            <a:r>
              <a:rPr lang="en-US" dirty="0"/>
              <a:t>up to maximum 2 lines</a:t>
            </a:r>
          </a:p>
        </p:txBody>
      </p:sp>
      <p:sp>
        <p:nvSpPr>
          <p:cNvPr id="11" name="Rectangle 10"/>
          <p:cNvSpPr/>
          <p:nvPr/>
        </p:nvSpPr>
        <p:spPr bwMode="gray">
          <a:xfrm>
            <a:off x="478368" y="3669244"/>
            <a:ext cx="11474448" cy="240241"/>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12" name="Rectangle 11"/>
          <p:cNvSpPr/>
          <p:nvPr/>
        </p:nvSpPr>
        <p:spPr bwMode="gray">
          <a:xfrm>
            <a:off x="11707286" y="3912502"/>
            <a:ext cx="245532" cy="2492533"/>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Tree>
    <p:extLst>
      <p:ext uri="{BB962C8B-B14F-4D97-AF65-F5344CB8AC3E}">
        <p14:creationId xmlns:p14="http://schemas.microsoft.com/office/powerpoint/2010/main" val="908803513"/>
      </p:ext>
    </p:extLst>
  </p:cSld>
  <p:clrMapOvr>
    <a:masterClrMapping/>
  </p:clrMapOvr>
  <p:transition spd="slow">
    <p:wipe dir="d"/>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a:xfrm>
            <a:off x="9971903" y="6486805"/>
            <a:ext cx="1346886" cy="260300"/>
          </a:xfrm>
        </p:spPr>
        <p:txBody>
          <a:bodyPr/>
          <a:lstStyle/>
          <a:p>
            <a:fld id="{4DDB5538-DA78-4C2C-BF6B-9485BBAF1D80}" type="datetimeFigureOut">
              <a:rPr lang="en-US" smtClean="0"/>
              <a:t>10/14/2025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11318789" y="6486805"/>
            <a:ext cx="632966" cy="260792"/>
          </a:xfrm>
        </p:spPr>
        <p:txBody>
          <a:bodyPr/>
          <a:lstStyle/>
          <a:p>
            <a:fld id="{81561042-0DC2-4A04-AA50-F6D44EB20EBA}" type="slidenum">
              <a:rPr lang="en-US" smtClean="0"/>
              <a:t>‹#›</a:t>
            </a:fld>
            <a:endParaRPr lang="en-US"/>
          </a:p>
        </p:txBody>
      </p:sp>
    </p:spTree>
    <p:extLst>
      <p:ext uri="{BB962C8B-B14F-4D97-AF65-F5344CB8AC3E}">
        <p14:creationId xmlns:p14="http://schemas.microsoft.com/office/powerpoint/2010/main" val="214465796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671513-3E4F-4F85-8044-27F5FCBEF21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767C422-BD6C-4F48-90BB-A01C457D803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0189B59-42D8-4BA7-A41F-0A6EFB2EF9D0}"/>
              </a:ext>
            </a:extLst>
          </p:cNvPr>
          <p:cNvSpPr>
            <a:spLocks noGrp="1"/>
          </p:cNvSpPr>
          <p:nvPr>
            <p:ph type="dt" sz="half" idx="10"/>
          </p:nvPr>
        </p:nvSpPr>
        <p:spPr/>
        <p:txBody>
          <a:bodyPr/>
          <a:lstStyle/>
          <a:p>
            <a:fld id="{4DDB5538-DA78-4C2C-BF6B-9485BBAF1D80}" type="datetimeFigureOut">
              <a:rPr lang="en-US" smtClean="0"/>
              <a:t>10/14/2025</a:t>
            </a:fld>
            <a:endParaRPr lang="en-US"/>
          </a:p>
        </p:txBody>
      </p:sp>
      <p:sp>
        <p:nvSpPr>
          <p:cNvPr id="5" name="Footer Placeholder 4">
            <a:extLst>
              <a:ext uri="{FF2B5EF4-FFF2-40B4-BE49-F238E27FC236}">
                <a16:creationId xmlns:a16="http://schemas.microsoft.com/office/drawing/2014/main" id="{FD8839DF-10E3-422C-8C24-E993391AED3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5A126DC-405E-4066-8C79-D21920D85700}"/>
              </a:ext>
            </a:extLst>
          </p:cNvPr>
          <p:cNvSpPr>
            <a:spLocks noGrp="1"/>
          </p:cNvSpPr>
          <p:nvPr>
            <p:ph type="sldNum" sz="quarter" idx="12"/>
          </p:nvPr>
        </p:nvSpPr>
        <p:spPr/>
        <p:txBody>
          <a:bodyPr/>
          <a:lstStyle/>
          <a:p>
            <a:fld id="{81561042-0DC2-4A04-AA50-F6D44EB20EBA}" type="slidenum">
              <a:rPr lang="en-US" smtClean="0"/>
              <a:t>‹#›</a:t>
            </a:fld>
            <a:endParaRPr lang="en-US"/>
          </a:p>
        </p:txBody>
      </p:sp>
    </p:spTree>
    <p:extLst>
      <p:ext uri="{BB962C8B-B14F-4D97-AF65-F5344CB8AC3E}">
        <p14:creationId xmlns:p14="http://schemas.microsoft.com/office/powerpoint/2010/main" val="56416756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Titelfolie">
    <p:bg>
      <p:bgRef idx="1001">
        <a:schemeClr val="bg1"/>
      </p:bgRef>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91E7557-FFC8-901D-6795-F4D3C0313350}"/>
              </a:ext>
            </a:extLst>
          </p:cNvPr>
          <p:cNvSpPr>
            <a:spLocks noGrp="1"/>
          </p:cNvSpPr>
          <p:nvPr>
            <p:ph type="ctrTitle"/>
          </p:nvPr>
        </p:nvSpPr>
        <p:spPr>
          <a:xfrm>
            <a:off x="1017457" y="1152000"/>
            <a:ext cx="6878767" cy="1080000"/>
          </a:xfrm>
        </p:spPr>
        <p:txBody>
          <a:bodyPr anchor="b">
            <a:noAutofit/>
          </a:bodyPr>
          <a:lstStyle>
            <a:lvl1pPr algn="l">
              <a:lnSpc>
                <a:spcPts val="3800"/>
              </a:lnSpc>
              <a:defRPr sz="3200"/>
            </a:lvl1pPr>
          </a:lstStyle>
          <a:p>
            <a:r>
              <a:rPr lang="en-US"/>
              <a:t>Click to edit Master title style</a:t>
            </a:r>
            <a:endParaRPr lang="de-DE" dirty="0"/>
          </a:p>
        </p:txBody>
      </p:sp>
      <p:pic>
        <p:nvPicPr>
          <p:cNvPr id="12" name="Grafik 11">
            <a:extLst>
              <a:ext uri="{FF2B5EF4-FFF2-40B4-BE49-F238E27FC236}">
                <a16:creationId xmlns:a16="http://schemas.microsoft.com/office/drawing/2014/main" id="{9BFB9975-C99E-A336-7637-E27BE6035CB5}"/>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026263" y="453524"/>
            <a:ext cx="1702800" cy="965767"/>
          </a:xfrm>
          <a:prstGeom prst="rect">
            <a:avLst/>
          </a:prstGeom>
        </p:spPr>
      </p:pic>
      <p:pic>
        <p:nvPicPr>
          <p:cNvPr id="14" name="Grafik 13">
            <a:extLst>
              <a:ext uri="{FF2B5EF4-FFF2-40B4-BE49-F238E27FC236}">
                <a16:creationId xmlns:a16="http://schemas.microsoft.com/office/drawing/2014/main" id="{B42D6A7C-82FB-4F02-5BF7-B3823B00A3F5}"/>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65589" y="5734050"/>
            <a:ext cx="2229230" cy="828000"/>
          </a:xfrm>
          <a:prstGeom prst="rect">
            <a:avLst/>
          </a:prstGeom>
        </p:spPr>
      </p:pic>
      <p:sp>
        <p:nvSpPr>
          <p:cNvPr id="21" name="Untertitel 2">
            <a:extLst>
              <a:ext uri="{FF2B5EF4-FFF2-40B4-BE49-F238E27FC236}">
                <a16:creationId xmlns:a16="http://schemas.microsoft.com/office/drawing/2014/main" id="{5C27F83D-4502-F633-8DDB-783242CE7644}"/>
              </a:ext>
            </a:extLst>
          </p:cNvPr>
          <p:cNvSpPr>
            <a:spLocks noGrp="1"/>
          </p:cNvSpPr>
          <p:nvPr>
            <p:ph type="subTitle" idx="1" hasCustomPrompt="1"/>
          </p:nvPr>
        </p:nvSpPr>
        <p:spPr>
          <a:xfrm>
            <a:off x="1017456" y="2388247"/>
            <a:ext cx="6878767" cy="755133"/>
          </a:xfrm>
        </p:spPr>
        <p:txBody>
          <a:bodyPr>
            <a:noAutofit/>
          </a:bodyPr>
          <a:lstStyle>
            <a:lvl1pPr marL="0" indent="0" algn="l">
              <a:lnSpc>
                <a:spcPts val="2600"/>
              </a:lnSpc>
              <a:buNone/>
              <a:defRPr sz="2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dirty="0"/>
              <a:t>Formatvorlage des Untertitelmasters durch Klicken bearbeiten</a:t>
            </a:r>
          </a:p>
        </p:txBody>
      </p:sp>
      <p:pic>
        <p:nvPicPr>
          <p:cNvPr id="8" name="Grafik 7">
            <a:extLst>
              <a:ext uri="{FF2B5EF4-FFF2-40B4-BE49-F238E27FC236}">
                <a16:creationId xmlns:a16="http://schemas.microsoft.com/office/drawing/2014/main" id="{A1A0946B-53F8-C491-D622-E024CF242E23}"/>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65589" y="5734050"/>
            <a:ext cx="2229230" cy="828000"/>
          </a:xfrm>
          <a:prstGeom prst="rect">
            <a:avLst/>
          </a:prstGeom>
        </p:spPr>
      </p:pic>
      <p:pic>
        <p:nvPicPr>
          <p:cNvPr id="10" name="Grafik 9">
            <a:extLst>
              <a:ext uri="{FF2B5EF4-FFF2-40B4-BE49-F238E27FC236}">
                <a16:creationId xmlns:a16="http://schemas.microsoft.com/office/drawing/2014/main" id="{071FC248-B606-0116-FD28-120EE893329D}"/>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593831" y="3624398"/>
            <a:ext cx="7516383" cy="3483871"/>
          </a:xfrm>
          <a:prstGeom prst="rect">
            <a:avLst/>
          </a:prstGeom>
        </p:spPr>
      </p:pic>
      <p:sp>
        <p:nvSpPr>
          <p:cNvPr id="23" name="Datumsplatzhalter 22">
            <a:extLst>
              <a:ext uri="{FF2B5EF4-FFF2-40B4-BE49-F238E27FC236}">
                <a16:creationId xmlns:a16="http://schemas.microsoft.com/office/drawing/2014/main" id="{CE95946F-CA58-2176-770A-1DC52C0C5810}"/>
              </a:ext>
            </a:extLst>
          </p:cNvPr>
          <p:cNvSpPr>
            <a:spLocks noGrp="1"/>
          </p:cNvSpPr>
          <p:nvPr>
            <p:ph type="dt" sz="half" idx="10"/>
          </p:nvPr>
        </p:nvSpPr>
        <p:spPr/>
        <p:txBody>
          <a:bodyPr/>
          <a:lstStyle/>
          <a:p>
            <a:fld id="{4DDB5538-DA78-4C2C-BF6B-9485BBAF1D80}" type="datetimeFigureOut">
              <a:rPr lang="en-US" smtClean="0"/>
              <a:t>10/14/2025</a:t>
            </a:fld>
            <a:endParaRPr lang="en-US"/>
          </a:p>
        </p:txBody>
      </p:sp>
      <p:sp>
        <p:nvSpPr>
          <p:cNvPr id="24" name="Fußzeilenplatzhalter 23">
            <a:extLst>
              <a:ext uri="{FF2B5EF4-FFF2-40B4-BE49-F238E27FC236}">
                <a16:creationId xmlns:a16="http://schemas.microsoft.com/office/drawing/2014/main" id="{3322A462-DC68-44A0-BE9D-84F8ED0419B6}"/>
              </a:ext>
            </a:extLst>
          </p:cNvPr>
          <p:cNvSpPr>
            <a:spLocks noGrp="1"/>
          </p:cNvSpPr>
          <p:nvPr>
            <p:ph type="ftr" sz="quarter" idx="11"/>
          </p:nvPr>
        </p:nvSpPr>
        <p:spPr/>
        <p:txBody>
          <a:bodyPr/>
          <a:lstStyle/>
          <a:p>
            <a:endParaRPr lang="en-US"/>
          </a:p>
        </p:txBody>
      </p:sp>
      <p:sp>
        <p:nvSpPr>
          <p:cNvPr id="25" name="Foliennummernplatzhalter 24">
            <a:extLst>
              <a:ext uri="{FF2B5EF4-FFF2-40B4-BE49-F238E27FC236}">
                <a16:creationId xmlns:a16="http://schemas.microsoft.com/office/drawing/2014/main" id="{DFFF29C2-705C-90FD-4CC1-BEA50BBC1E8E}"/>
              </a:ext>
            </a:extLst>
          </p:cNvPr>
          <p:cNvSpPr>
            <a:spLocks noGrp="1"/>
          </p:cNvSpPr>
          <p:nvPr>
            <p:ph type="sldNum" sz="quarter" idx="12"/>
          </p:nvPr>
        </p:nvSpPr>
        <p:spPr/>
        <p:txBody>
          <a:bodyPr/>
          <a:lstStyle/>
          <a:p>
            <a:fld id="{81561042-0DC2-4A04-AA50-F6D44EB20EBA}" type="slidenum">
              <a:rPr lang="en-US" smtClean="0"/>
              <a:t>‹#›</a:t>
            </a:fld>
            <a:endParaRPr lang="en-US"/>
          </a:p>
        </p:txBody>
      </p:sp>
    </p:spTree>
    <p:extLst>
      <p:ext uri="{BB962C8B-B14F-4D97-AF65-F5344CB8AC3E}">
        <p14:creationId xmlns:p14="http://schemas.microsoft.com/office/powerpoint/2010/main" val="60223612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orient="horz" pos="2160">
          <p15:clr>
            <a:srgbClr val="FBAE40"/>
          </p15:clr>
        </p15:guide>
        <p15:guide id="4"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Agenda List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4CD0AD9-2B95-9705-B1E3-575CFA20E95E}"/>
              </a:ext>
            </a:extLst>
          </p:cNvPr>
          <p:cNvSpPr>
            <a:spLocks noGrp="1"/>
          </p:cNvSpPr>
          <p:nvPr>
            <p:ph type="title" hasCustomPrompt="1"/>
          </p:nvPr>
        </p:nvSpPr>
        <p:spPr>
          <a:xfrm>
            <a:off x="1019174" y="980100"/>
            <a:ext cx="9698039" cy="747100"/>
          </a:xfrm>
        </p:spPr>
        <p:txBody>
          <a:bodyPr>
            <a:noAutofit/>
          </a:bodyPr>
          <a:lstStyle>
            <a:lvl1pPr>
              <a:lnSpc>
                <a:spcPts val="3800"/>
              </a:lnSpc>
              <a:defRPr sz="3200"/>
            </a:lvl1pPr>
          </a:lstStyle>
          <a:p>
            <a:r>
              <a:rPr lang="de-DE" dirty="0"/>
              <a:t>Agenda oder anderer Titel</a:t>
            </a:r>
          </a:p>
        </p:txBody>
      </p:sp>
      <p:pic>
        <p:nvPicPr>
          <p:cNvPr id="18" name="Grafik 17">
            <a:extLst>
              <a:ext uri="{FF2B5EF4-FFF2-40B4-BE49-F238E27FC236}">
                <a16:creationId xmlns:a16="http://schemas.microsoft.com/office/drawing/2014/main" id="{B979E497-7F1D-13FF-273A-66F394B82D74}"/>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211784" y="260100"/>
            <a:ext cx="720000" cy="720000"/>
          </a:xfrm>
          <a:prstGeom prst="rect">
            <a:avLst/>
          </a:prstGeom>
        </p:spPr>
      </p:pic>
      <p:pic>
        <p:nvPicPr>
          <p:cNvPr id="11" name="Grafik 10">
            <a:extLst>
              <a:ext uri="{FF2B5EF4-FFF2-40B4-BE49-F238E27FC236}">
                <a16:creationId xmlns:a16="http://schemas.microsoft.com/office/drawing/2014/main" id="{0B527D4D-097B-0BF0-CCBE-05581D114A6D}"/>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211784" y="260100"/>
            <a:ext cx="720000" cy="720000"/>
          </a:xfrm>
          <a:prstGeom prst="rect">
            <a:avLst/>
          </a:prstGeom>
        </p:spPr>
      </p:pic>
      <p:sp>
        <p:nvSpPr>
          <p:cNvPr id="12" name="Datumsplatzhalter 11">
            <a:extLst>
              <a:ext uri="{FF2B5EF4-FFF2-40B4-BE49-F238E27FC236}">
                <a16:creationId xmlns:a16="http://schemas.microsoft.com/office/drawing/2014/main" id="{023BE26B-4180-A341-DBF2-770D955CD201}"/>
              </a:ext>
            </a:extLst>
          </p:cNvPr>
          <p:cNvSpPr>
            <a:spLocks noGrp="1"/>
          </p:cNvSpPr>
          <p:nvPr>
            <p:ph type="dt" sz="half" idx="14"/>
          </p:nvPr>
        </p:nvSpPr>
        <p:spPr>
          <a:xfrm>
            <a:off x="818403" y="6434257"/>
            <a:ext cx="981075" cy="365125"/>
          </a:xfrm>
        </p:spPr>
        <p:txBody>
          <a:bodyPr/>
          <a:lstStyle/>
          <a:p>
            <a:fld id="{4DDB5538-DA78-4C2C-BF6B-9485BBAF1D80}" type="datetimeFigureOut">
              <a:rPr lang="en-US" smtClean="0"/>
              <a:t>10/14/2025</a:t>
            </a:fld>
            <a:endParaRPr lang="en-US"/>
          </a:p>
        </p:txBody>
      </p:sp>
      <p:sp>
        <p:nvSpPr>
          <p:cNvPr id="17" name="Fußzeilenplatzhalter 16">
            <a:extLst>
              <a:ext uri="{FF2B5EF4-FFF2-40B4-BE49-F238E27FC236}">
                <a16:creationId xmlns:a16="http://schemas.microsoft.com/office/drawing/2014/main" id="{D5245BBC-2455-D065-7A34-D1FB0A538D06}"/>
              </a:ext>
            </a:extLst>
          </p:cNvPr>
          <p:cNvSpPr>
            <a:spLocks noGrp="1"/>
          </p:cNvSpPr>
          <p:nvPr>
            <p:ph type="ftr" sz="quarter" idx="15"/>
          </p:nvPr>
        </p:nvSpPr>
        <p:spPr>
          <a:xfrm>
            <a:off x="1972067" y="6434257"/>
            <a:ext cx="5924158" cy="365125"/>
          </a:xfrm>
        </p:spPr>
        <p:txBody>
          <a:bodyPr/>
          <a:lstStyle/>
          <a:p>
            <a:endParaRPr lang="en-US"/>
          </a:p>
        </p:txBody>
      </p:sp>
      <p:sp>
        <p:nvSpPr>
          <p:cNvPr id="19" name="Foliennummernplatzhalter 18">
            <a:extLst>
              <a:ext uri="{FF2B5EF4-FFF2-40B4-BE49-F238E27FC236}">
                <a16:creationId xmlns:a16="http://schemas.microsoft.com/office/drawing/2014/main" id="{AAAC8BDF-B7E9-33EC-9618-A8919AE9A3BD}"/>
              </a:ext>
            </a:extLst>
          </p:cNvPr>
          <p:cNvSpPr>
            <a:spLocks noGrp="1"/>
          </p:cNvSpPr>
          <p:nvPr>
            <p:ph type="sldNum" sz="quarter" idx="16"/>
          </p:nvPr>
        </p:nvSpPr>
        <p:spPr>
          <a:xfrm>
            <a:off x="11531078" y="6417445"/>
            <a:ext cx="487680" cy="398749"/>
          </a:xfrm>
        </p:spPr>
        <p:txBody>
          <a:bodyPr/>
          <a:lstStyle/>
          <a:p>
            <a:fld id="{81561042-0DC2-4A04-AA50-F6D44EB20EBA}" type="slidenum">
              <a:rPr lang="en-US" smtClean="0"/>
              <a:t>‹#›</a:t>
            </a:fld>
            <a:endParaRPr lang="en-US"/>
          </a:p>
        </p:txBody>
      </p:sp>
      <p:sp>
        <p:nvSpPr>
          <p:cNvPr id="4" name="Textplatzhalter 3">
            <a:extLst>
              <a:ext uri="{FF2B5EF4-FFF2-40B4-BE49-F238E27FC236}">
                <a16:creationId xmlns:a16="http://schemas.microsoft.com/office/drawing/2014/main" id="{56457A34-5A4A-BFB0-49AB-5E5A0DDE5F1A}"/>
              </a:ext>
            </a:extLst>
          </p:cNvPr>
          <p:cNvSpPr>
            <a:spLocks noGrp="1"/>
          </p:cNvSpPr>
          <p:nvPr>
            <p:ph type="body" sz="quarter" idx="17" hasCustomPrompt="1"/>
          </p:nvPr>
        </p:nvSpPr>
        <p:spPr>
          <a:xfrm>
            <a:off x="1520825" y="2241550"/>
            <a:ext cx="9196388" cy="3854450"/>
          </a:xfrm>
        </p:spPr>
        <p:txBody>
          <a:bodyPr>
            <a:noAutofit/>
          </a:bodyPr>
          <a:lstStyle>
            <a:lvl1pPr marL="0" indent="0">
              <a:buFont typeface="Arial" panose="020B0604020202020204" pitchFamily="34" charset="0"/>
              <a:buNone/>
              <a:tabLst>
                <a:tab pos="1080000" algn="l"/>
              </a:tabLst>
              <a:defRPr sz="2200"/>
            </a:lvl1pPr>
            <a:lvl2pPr marL="0" indent="0">
              <a:buNone/>
              <a:tabLst>
                <a:tab pos="360000" algn="l"/>
              </a:tabLst>
              <a:defRPr sz="2200"/>
            </a:lvl2pPr>
            <a:lvl3pPr marL="0" indent="0">
              <a:buFont typeface="Arial" panose="020B0604020202020204" pitchFamily="34" charset="0"/>
              <a:buNone/>
              <a:tabLst>
                <a:tab pos="360000" algn="l"/>
              </a:tabLst>
              <a:defRPr sz="2200"/>
            </a:lvl3pPr>
            <a:lvl4pPr marL="0" indent="0">
              <a:buFont typeface="Arial" panose="020B0604020202020204" pitchFamily="34" charset="0"/>
              <a:buNone/>
              <a:tabLst>
                <a:tab pos="360000" algn="l"/>
              </a:tabLst>
              <a:defRPr sz="2200"/>
            </a:lvl4pPr>
            <a:lvl5pPr marL="0" indent="0">
              <a:buNone/>
              <a:tabLst>
                <a:tab pos="360000" algn="l"/>
              </a:tabLst>
              <a:defRPr sz="2200"/>
            </a:lvl5pPr>
          </a:lstStyle>
          <a:p>
            <a:pPr lvl="0"/>
            <a:r>
              <a:rPr lang="de-DE" dirty="0"/>
              <a:t>TOP	Inhalt</a:t>
            </a:r>
          </a:p>
        </p:txBody>
      </p:sp>
    </p:spTree>
    <p:extLst>
      <p:ext uri="{BB962C8B-B14F-4D97-AF65-F5344CB8AC3E}">
        <p14:creationId xmlns:p14="http://schemas.microsoft.com/office/powerpoint/2010/main" val="9026791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Leer hell">
    <p:spTree>
      <p:nvGrpSpPr>
        <p:cNvPr id="1" name=""/>
        <p:cNvGrpSpPr/>
        <p:nvPr/>
      </p:nvGrpSpPr>
      <p:grpSpPr>
        <a:xfrm>
          <a:off x="0" y="0"/>
          <a:ext cx="0" cy="0"/>
          <a:chOff x="0" y="0"/>
          <a:chExt cx="0" cy="0"/>
        </a:xfrm>
      </p:grpSpPr>
      <p:pic>
        <p:nvPicPr>
          <p:cNvPr id="9" name="Grafik 8">
            <a:extLst>
              <a:ext uri="{FF2B5EF4-FFF2-40B4-BE49-F238E27FC236}">
                <a16:creationId xmlns:a16="http://schemas.microsoft.com/office/drawing/2014/main" id="{259934D1-F734-FF1C-BFC1-1EAA8DB6540F}"/>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211784" y="260100"/>
            <a:ext cx="720000" cy="720000"/>
          </a:xfrm>
          <a:prstGeom prst="rect">
            <a:avLst/>
          </a:prstGeom>
        </p:spPr>
      </p:pic>
      <p:pic>
        <p:nvPicPr>
          <p:cNvPr id="2" name="Grafik 1">
            <a:extLst>
              <a:ext uri="{FF2B5EF4-FFF2-40B4-BE49-F238E27FC236}">
                <a16:creationId xmlns:a16="http://schemas.microsoft.com/office/drawing/2014/main" id="{376D27B5-0ECD-C123-AC95-719850865AC9}"/>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211784" y="260100"/>
            <a:ext cx="720000" cy="720000"/>
          </a:xfrm>
          <a:prstGeom prst="rect">
            <a:avLst/>
          </a:prstGeom>
        </p:spPr>
      </p:pic>
      <p:sp>
        <p:nvSpPr>
          <p:cNvPr id="7" name="Datumsplatzhalter 11">
            <a:extLst>
              <a:ext uri="{FF2B5EF4-FFF2-40B4-BE49-F238E27FC236}">
                <a16:creationId xmlns:a16="http://schemas.microsoft.com/office/drawing/2014/main" id="{CDCF92D8-4B95-DF44-A9AF-C7F5AEFC57BE}"/>
              </a:ext>
            </a:extLst>
          </p:cNvPr>
          <p:cNvSpPr>
            <a:spLocks noGrp="1"/>
          </p:cNvSpPr>
          <p:nvPr>
            <p:ph type="dt" sz="half" idx="14"/>
          </p:nvPr>
        </p:nvSpPr>
        <p:spPr>
          <a:xfrm>
            <a:off x="818403" y="6434257"/>
            <a:ext cx="981075" cy="365125"/>
          </a:xfrm>
        </p:spPr>
        <p:txBody>
          <a:bodyPr/>
          <a:lstStyle/>
          <a:p>
            <a:fld id="{4DDB5538-DA78-4C2C-BF6B-9485BBAF1D80}" type="datetimeFigureOut">
              <a:rPr lang="en-US" smtClean="0"/>
              <a:t>10/14/2025</a:t>
            </a:fld>
            <a:endParaRPr lang="en-US"/>
          </a:p>
        </p:txBody>
      </p:sp>
      <p:sp>
        <p:nvSpPr>
          <p:cNvPr id="8" name="Fußzeilenplatzhalter 16">
            <a:extLst>
              <a:ext uri="{FF2B5EF4-FFF2-40B4-BE49-F238E27FC236}">
                <a16:creationId xmlns:a16="http://schemas.microsoft.com/office/drawing/2014/main" id="{8C8C90BF-C283-E944-A653-CCFD6362E12A}"/>
              </a:ext>
            </a:extLst>
          </p:cNvPr>
          <p:cNvSpPr>
            <a:spLocks noGrp="1"/>
          </p:cNvSpPr>
          <p:nvPr>
            <p:ph type="ftr" sz="quarter" idx="15"/>
          </p:nvPr>
        </p:nvSpPr>
        <p:spPr>
          <a:xfrm>
            <a:off x="1972067" y="6434257"/>
            <a:ext cx="5924158" cy="365125"/>
          </a:xfrm>
        </p:spPr>
        <p:txBody>
          <a:bodyPr/>
          <a:lstStyle/>
          <a:p>
            <a:endParaRPr lang="en-US"/>
          </a:p>
        </p:txBody>
      </p:sp>
      <p:sp>
        <p:nvSpPr>
          <p:cNvPr id="10" name="Foliennummernplatzhalter 18">
            <a:extLst>
              <a:ext uri="{FF2B5EF4-FFF2-40B4-BE49-F238E27FC236}">
                <a16:creationId xmlns:a16="http://schemas.microsoft.com/office/drawing/2014/main" id="{E69C4AE1-4DC2-484B-BAAF-344521E5BB5E}"/>
              </a:ext>
            </a:extLst>
          </p:cNvPr>
          <p:cNvSpPr>
            <a:spLocks noGrp="1"/>
          </p:cNvSpPr>
          <p:nvPr>
            <p:ph type="sldNum" sz="quarter" idx="16"/>
          </p:nvPr>
        </p:nvSpPr>
        <p:spPr>
          <a:xfrm>
            <a:off x="11531078" y="6417445"/>
            <a:ext cx="487680" cy="398749"/>
          </a:xfrm>
        </p:spPr>
        <p:txBody>
          <a:bodyPr/>
          <a:lstStyle/>
          <a:p>
            <a:fld id="{81561042-0DC2-4A04-AA50-F6D44EB20EBA}" type="slidenum">
              <a:rPr lang="en-US" smtClean="0"/>
              <a:t>‹#›</a:t>
            </a:fld>
            <a:endParaRPr lang="en-US"/>
          </a:p>
        </p:txBody>
      </p:sp>
    </p:spTree>
    <p:extLst>
      <p:ext uri="{BB962C8B-B14F-4D97-AF65-F5344CB8AC3E}">
        <p14:creationId xmlns:p14="http://schemas.microsoft.com/office/powerpoint/2010/main" val="23948755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Leer dunkel">
    <p:bg>
      <p:bgPr>
        <a:solidFill>
          <a:schemeClr val="tx1"/>
        </a:solidFill>
        <a:effectLst/>
      </p:bgPr>
    </p:bg>
    <p:spTree>
      <p:nvGrpSpPr>
        <p:cNvPr id="1" name=""/>
        <p:cNvGrpSpPr/>
        <p:nvPr/>
      </p:nvGrpSpPr>
      <p:grpSpPr>
        <a:xfrm>
          <a:off x="0" y="0"/>
          <a:ext cx="0" cy="0"/>
          <a:chOff x="0" y="0"/>
          <a:chExt cx="0" cy="0"/>
        </a:xfrm>
      </p:grpSpPr>
      <p:pic>
        <p:nvPicPr>
          <p:cNvPr id="9" name="Grafik 8">
            <a:extLst>
              <a:ext uri="{FF2B5EF4-FFF2-40B4-BE49-F238E27FC236}">
                <a16:creationId xmlns:a16="http://schemas.microsoft.com/office/drawing/2014/main" id="{259934D1-F734-FF1C-BFC1-1EAA8DB6540F}"/>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211784" y="260100"/>
            <a:ext cx="720000" cy="720000"/>
          </a:xfrm>
          <a:prstGeom prst="rect">
            <a:avLst/>
          </a:prstGeom>
        </p:spPr>
      </p:pic>
      <p:pic>
        <p:nvPicPr>
          <p:cNvPr id="2" name="Grafik 1">
            <a:extLst>
              <a:ext uri="{FF2B5EF4-FFF2-40B4-BE49-F238E27FC236}">
                <a16:creationId xmlns:a16="http://schemas.microsoft.com/office/drawing/2014/main" id="{D61034E9-BF32-EE54-9BB3-21D167667E8E}"/>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211784" y="260100"/>
            <a:ext cx="720000" cy="720000"/>
          </a:xfrm>
          <a:prstGeom prst="rect">
            <a:avLst/>
          </a:prstGeom>
        </p:spPr>
      </p:pic>
      <p:sp>
        <p:nvSpPr>
          <p:cNvPr id="14" name="Datumsplatzhalter 13">
            <a:extLst>
              <a:ext uri="{FF2B5EF4-FFF2-40B4-BE49-F238E27FC236}">
                <a16:creationId xmlns:a16="http://schemas.microsoft.com/office/drawing/2014/main" id="{F7C4F451-12A0-13E5-C2F0-2022A308629F}"/>
              </a:ext>
            </a:extLst>
          </p:cNvPr>
          <p:cNvSpPr>
            <a:spLocks noGrp="1"/>
          </p:cNvSpPr>
          <p:nvPr>
            <p:ph type="dt" sz="half" idx="10"/>
          </p:nvPr>
        </p:nvSpPr>
        <p:spPr>
          <a:xfrm>
            <a:off x="818403" y="6434148"/>
            <a:ext cx="981075" cy="365125"/>
          </a:xfrm>
        </p:spPr>
        <p:txBody>
          <a:bodyPr/>
          <a:lstStyle>
            <a:lvl1pPr>
              <a:defRPr>
                <a:solidFill>
                  <a:schemeClr val="bg1"/>
                </a:solidFill>
              </a:defRPr>
            </a:lvl1pPr>
          </a:lstStyle>
          <a:p>
            <a:fld id="{4DDB5538-DA78-4C2C-BF6B-9485BBAF1D80}" type="datetimeFigureOut">
              <a:rPr lang="en-US" smtClean="0"/>
              <a:t>10/14/2025</a:t>
            </a:fld>
            <a:endParaRPr lang="en-US"/>
          </a:p>
        </p:txBody>
      </p:sp>
      <p:sp>
        <p:nvSpPr>
          <p:cNvPr id="15" name="Fußzeilenplatzhalter 14">
            <a:extLst>
              <a:ext uri="{FF2B5EF4-FFF2-40B4-BE49-F238E27FC236}">
                <a16:creationId xmlns:a16="http://schemas.microsoft.com/office/drawing/2014/main" id="{12672835-55E3-4050-E4DC-C9D4088E547C}"/>
              </a:ext>
            </a:extLst>
          </p:cNvPr>
          <p:cNvSpPr>
            <a:spLocks noGrp="1"/>
          </p:cNvSpPr>
          <p:nvPr>
            <p:ph type="ftr" sz="quarter" idx="11"/>
          </p:nvPr>
        </p:nvSpPr>
        <p:spPr>
          <a:xfrm>
            <a:off x="1972067" y="6434148"/>
            <a:ext cx="5924158" cy="365125"/>
          </a:xfrm>
        </p:spPr>
        <p:txBody>
          <a:bodyPr/>
          <a:lstStyle>
            <a:lvl1pPr>
              <a:defRPr>
                <a:solidFill>
                  <a:schemeClr val="bg1"/>
                </a:solidFill>
              </a:defRPr>
            </a:lvl1pPr>
          </a:lstStyle>
          <a:p>
            <a:endParaRPr lang="en-US"/>
          </a:p>
        </p:txBody>
      </p:sp>
      <p:sp>
        <p:nvSpPr>
          <p:cNvPr id="17" name="Foliennummernplatzhalter 16">
            <a:extLst>
              <a:ext uri="{FF2B5EF4-FFF2-40B4-BE49-F238E27FC236}">
                <a16:creationId xmlns:a16="http://schemas.microsoft.com/office/drawing/2014/main" id="{3501A26A-2020-7D52-9C48-36C2F1C375E6}"/>
              </a:ext>
            </a:extLst>
          </p:cNvPr>
          <p:cNvSpPr>
            <a:spLocks noGrp="1"/>
          </p:cNvSpPr>
          <p:nvPr>
            <p:ph type="sldNum" sz="quarter" idx="12"/>
          </p:nvPr>
        </p:nvSpPr>
        <p:spPr>
          <a:xfrm>
            <a:off x="11531078" y="6417336"/>
            <a:ext cx="487680" cy="398749"/>
          </a:xfrm>
        </p:spPr>
        <p:txBody>
          <a:bodyPr/>
          <a:lstStyle>
            <a:lvl1pPr>
              <a:defRPr>
                <a:solidFill>
                  <a:schemeClr val="bg1"/>
                </a:solidFill>
              </a:defRPr>
            </a:lvl1pPr>
          </a:lstStyle>
          <a:p>
            <a:fld id="{81561042-0DC2-4A04-AA50-F6D44EB20EBA}" type="slidenum">
              <a:rPr lang="en-US" smtClean="0"/>
              <a:t>‹#›</a:t>
            </a:fld>
            <a:endParaRPr lang="en-US"/>
          </a:p>
        </p:txBody>
      </p:sp>
    </p:spTree>
    <p:extLst>
      <p:ext uri="{BB962C8B-B14F-4D97-AF65-F5344CB8AC3E}">
        <p14:creationId xmlns:p14="http://schemas.microsoft.com/office/powerpoint/2010/main" val="4978402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Zwischentitel">
    <p:bg>
      <p:bgPr>
        <a:solidFill>
          <a:schemeClr val="accent3"/>
        </a:solidFill>
        <a:effectLst/>
      </p:bgPr>
    </p:bg>
    <p:spTree>
      <p:nvGrpSpPr>
        <p:cNvPr id="1" name=""/>
        <p:cNvGrpSpPr/>
        <p:nvPr/>
      </p:nvGrpSpPr>
      <p:grpSpPr>
        <a:xfrm>
          <a:off x="0" y="0"/>
          <a:ext cx="0" cy="0"/>
          <a:chOff x="0" y="0"/>
          <a:chExt cx="0" cy="0"/>
        </a:xfrm>
      </p:grpSpPr>
      <p:pic>
        <p:nvPicPr>
          <p:cNvPr id="19" name="Grafik 18">
            <a:extLst>
              <a:ext uri="{FF2B5EF4-FFF2-40B4-BE49-F238E27FC236}">
                <a16:creationId xmlns:a16="http://schemas.microsoft.com/office/drawing/2014/main" id="{5EACE4D8-C271-7C29-514F-433B0C2AB50C}"/>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881425" y="2584450"/>
            <a:ext cx="6228000" cy="5073727"/>
          </a:xfrm>
          <a:prstGeom prst="rect">
            <a:avLst/>
          </a:prstGeom>
        </p:spPr>
      </p:pic>
      <p:grpSp>
        <p:nvGrpSpPr>
          <p:cNvPr id="2" name="Claim">
            <a:extLst>
              <a:ext uri="{FF2B5EF4-FFF2-40B4-BE49-F238E27FC236}">
                <a16:creationId xmlns:a16="http://schemas.microsoft.com/office/drawing/2014/main" id="{BECE7720-C769-E970-03ED-CAE933BE3B18}"/>
              </a:ext>
            </a:extLst>
          </p:cNvPr>
          <p:cNvGrpSpPr>
            <a:grpSpLocks noGrp="1" noUngrp="1" noRot="1" noMove="1" noResize="1"/>
          </p:cNvGrpSpPr>
          <p:nvPr/>
        </p:nvGrpSpPr>
        <p:grpSpPr>
          <a:xfrm>
            <a:off x="987425" y="6568750"/>
            <a:ext cx="1874044" cy="131707"/>
            <a:chOff x="436104" y="6563646"/>
            <a:chExt cx="1940291" cy="136362"/>
          </a:xfrm>
          <a:solidFill>
            <a:schemeClr val="bg1"/>
          </a:solidFill>
        </p:grpSpPr>
        <p:sp>
          <p:nvSpPr>
            <p:cNvPr id="6" name="Freihandform: Form 5">
              <a:extLst>
                <a:ext uri="{FF2B5EF4-FFF2-40B4-BE49-F238E27FC236}">
                  <a16:creationId xmlns:a16="http://schemas.microsoft.com/office/drawing/2014/main" id="{F6F08C16-6A01-673A-9FE2-DE154255B58B}"/>
                </a:ext>
              </a:extLst>
            </p:cNvPr>
            <p:cNvSpPr>
              <a:spLocks noGrp="1" noRot="1" noMove="1" noResize="1" noEditPoints="1" noAdjustHandles="1" noChangeArrowheads="1" noChangeShapeType="1"/>
            </p:cNvSpPr>
            <p:nvPr/>
          </p:nvSpPr>
          <p:spPr>
            <a:xfrm>
              <a:off x="436104" y="6563646"/>
              <a:ext cx="1890036" cy="136362"/>
            </a:xfrm>
            <a:custGeom>
              <a:avLst/>
              <a:gdLst>
                <a:gd name="connsiteX0" fmla="*/ 1871359 w 1890036"/>
                <a:gd name="connsiteY0" fmla="*/ 61443 h 136362"/>
                <a:gd name="connsiteX1" fmla="*/ 1841529 w 1890036"/>
                <a:gd name="connsiteY1" fmla="*/ 61443 h 136362"/>
                <a:gd name="connsiteX2" fmla="*/ 1841529 w 1890036"/>
                <a:gd name="connsiteY2" fmla="*/ 60878 h 136362"/>
                <a:gd name="connsiteX3" fmla="*/ 1856582 w 1890036"/>
                <a:gd name="connsiteY3" fmla="*/ 43567 h 136362"/>
                <a:gd name="connsiteX4" fmla="*/ 1871359 w 1890036"/>
                <a:gd name="connsiteY4" fmla="*/ 60878 h 136362"/>
                <a:gd name="connsiteX5" fmla="*/ 1871359 w 1890036"/>
                <a:gd name="connsiteY5" fmla="*/ 61443 h 136362"/>
                <a:gd name="connsiteX6" fmla="*/ 1890037 w 1890036"/>
                <a:gd name="connsiteY6" fmla="*/ 71136 h 136362"/>
                <a:gd name="connsiteX7" fmla="*/ 1890037 w 1890036"/>
                <a:gd name="connsiteY7" fmla="*/ 63269 h 136362"/>
                <a:gd name="connsiteX8" fmla="*/ 1856582 w 1890036"/>
                <a:gd name="connsiteY8" fmla="*/ 27556 h 136362"/>
                <a:gd name="connsiteX9" fmla="*/ 1822838 w 1890036"/>
                <a:gd name="connsiteY9" fmla="*/ 63269 h 136362"/>
                <a:gd name="connsiteX10" fmla="*/ 1822838 w 1890036"/>
                <a:gd name="connsiteY10" fmla="*/ 73658 h 136362"/>
                <a:gd name="connsiteX11" fmla="*/ 1856858 w 1890036"/>
                <a:gd name="connsiteY11" fmla="*/ 108951 h 136362"/>
                <a:gd name="connsiteX12" fmla="*/ 1884139 w 1890036"/>
                <a:gd name="connsiteY12" fmla="*/ 106560 h 136362"/>
                <a:gd name="connsiteX13" fmla="*/ 1887082 w 1890036"/>
                <a:gd name="connsiteY13" fmla="*/ 102909 h 136362"/>
                <a:gd name="connsiteX14" fmla="*/ 1887082 w 1890036"/>
                <a:gd name="connsiteY14" fmla="*/ 93636 h 136362"/>
                <a:gd name="connsiteX15" fmla="*/ 1884560 w 1890036"/>
                <a:gd name="connsiteY15" fmla="*/ 91534 h 136362"/>
                <a:gd name="connsiteX16" fmla="*/ 1884139 w 1890036"/>
                <a:gd name="connsiteY16" fmla="*/ 91534 h 136362"/>
                <a:gd name="connsiteX17" fmla="*/ 1858263 w 1890036"/>
                <a:gd name="connsiteY17" fmla="*/ 92940 h 136362"/>
                <a:gd name="connsiteX18" fmla="*/ 1841384 w 1890036"/>
                <a:gd name="connsiteY18" fmla="*/ 75064 h 136362"/>
                <a:gd name="connsiteX19" fmla="*/ 1841384 w 1890036"/>
                <a:gd name="connsiteY19" fmla="*/ 74643 h 136362"/>
                <a:gd name="connsiteX20" fmla="*/ 1887226 w 1890036"/>
                <a:gd name="connsiteY20" fmla="*/ 74643 h 136362"/>
                <a:gd name="connsiteX21" fmla="*/ 1890037 w 1890036"/>
                <a:gd name="connsiteY21" fmla="*/ 71136 h 136362"/>
                <a:gd name="connsiteX22" fmla="*/ 1789934 w 1890036"/>
                <a:gd name="connsiteY22" fmla="*/ 114310 h 136362"/>
                <a:gd name="connsiteX23" fmla="*/ 1774041 w 1890036"/>
                <a:gd name="connsiteY23" fmla="*/ 122322 h 136362"/>
                <a:gd name="connsiteX24" fmla="*/ 1757293 w 1890036"/>
                <a:gd name="connsiteY24" fmla="*/ 113036 h 136362"/>
                <a:gd name="connsiteX25" fmla="*/ 1757293 w 1890036"/>
                <a:gd name="connsiteY25" fmla="*/ 111775 h 136362"/>
                <a:gd name="connsiteX26" fmla="*/ 1760814 w 1890036"/>
                <a:gd name="connsiteY26" fmla="*/ 101924 h 136362"/>
                <a:gd name="connsiteX27" fmla="*/ 1773331 w 1890036"/>
                <a:gd name="connsiteY27" fmla="*/ 104879 h 136362"/>
                <a:gd name="connsiteX28" fmla="*/ 1789934 w 1890036"/>
                <a:gd name="connsiteY28" fmla="*/ 113324 h 136362"/>
                <a:gd name="connsiteX29" fmla="*/ 1789934 w 1890036"/>
                <a:gd name="connsiteY29" fmla="*/ 114310 h 136362"/>
                <a:gd name="connsiteX30" fmla="*/ 1788397 w 1890036"/>
                <a:gd name="connsiteY30" fmla="*/ 55808 h 136362"/>
                <a:gd name="connsiteX31" fmla="*/ 1773344 w 1890036"/>
                <a:gd name="connsiteY31" fmla="*/ 66920 h 136362"/>
                <a:gd name="connsiteX32" fmla="*/ 1758147 w 1890036"/>
                <a:gd name="connsiteY32" fmla="*/ 55808 h 136362"/>
                <a:gd name="connsiteX33" fmla="*/ 1758147 w 1890036"/>
                <a:gd name="connsiteY33" fmla="*/ 54679 h 136362"/>
                <a:gd name="connsiteX34" fmla="*/ 1773331 w 1890036"/>
                <a:gd name="connsiteY34" fmla="*/ 42727 h 136362"/>
                <a:gd name="connsiteX35" fmla="*/ 1788397 w 1890036"/>
                <a:gd name="connsiteY35" fmla="*/ 54679 h 136362"/>
                <a:gd name="connsiteX36" fmla="*/ 1788397 w 1890036"/>
                <a:gd name="connsiteY36" fmla="*/ 55808 h 136362"/>
                <a:gd name="connsiteX37" fmla="*/ 1810031 w 1890036"/>
                <a:gd name="connsiteY37" fmla="*/ 38235 h 136362"/>
                <a:gd name="connsiteX38" fmla="*/ 1810031 w 1890036"/>
                <a:gd name="connsiteY38" fmla="*/ 32337 h 136362"/>
                <a:gd name="connsiteX39" fmla="*/ 1806235 w 1890036"/>
                <a:gd name="connsiteY39" fmla="*/ 28541 h 136362"/>
                <a:gd name="connsiteX40" fmla="*/ 1773331 w 1890036"/>
                <a:gd name="connsiteY40" fmla="*/ 28541 h 136362"/>
                <a:gd name="connsiteX41" fmla="*/ 1739876 w 1890036"/>
                <a:gd name="connsiteY41" fmla="*/ 54403 h 136362"/>
                <a:gd name="connsiteX42" fmla="*/ 1739876 w 1890036"/>
                <a:gd name="connsiteY42" fmla="*/ 55388 h 136362"/>
                <a:gd name="connsiteX43" fmla="*/ 1745642 w 1890036"/>
                <a:gd name="connsiteY43" fmla="*/ 71846 h 136362"/>
                <a:gd name="connsiteX44" fmla="*/ 1740021 w 1890036"/>
                <a:gd name="connsiteY44" fmla="*/ 83220 h 136362"/>
                <a:gd name="connsiteX45" fmla="*/ 1740021 w 1890036"/>
                <a:gd name="connsiteY45" fmla="*/ 83365 h 136362"/>
                <a:gd name="connsiteX46" fmla="*/ 1746339 w 1890036"/>
                <a:gd name="connsiteY46" fmla="*/ 96302 h 136362"/>
                <a:gd name="connsiteX47" fmla="*/ 1739180 w 1890036"/>
                <a:gd name="connsiteY47" fmla="*/ 111775 h 136362"/>
                <a:gd name="connsiteX48" fmla="*/ 1739180 w 1890036"/>
                <a:gd name="connsiteY48" fmla="*/ 113036 h 136362"/>
                <a:gd name="connsiteX49" fmla="*/ 1774041 w 1890036"/>
                <a:gd name="connsiteY49" fmla="*/ 136362 h 136362"/>
                <a:gd name="connsiteX50" fmla="*/ 1808481 w 1890036"/>
                <a:gd name="connsiteY50" fmla="*/ 114310 h 136362"/>
                <a:gd name="connsiteX51" fmla="*/ 1808481 w 1890036"/>
                <a:gd name="connsiteY51" fmla="*/ 113324 h 136362"/>
                <a:gd name="connsiteX52" fmla="*/ 1776996 w 1890036"/>
                <a:gd name="connsiteY52" fmla="*/ 90812 h 136362"/>
                <a:gd name="connsiteX53" fmla="*/ 1760393 w 1890036"/>
                <a:gd name="connsiteY53" fmla="*/ 86872 h 136362"/>
                <a:gd name="connsiteX54" fmla="*/ 1755612 w 1890036"/>
                <a:gd name="connsiteY54" fmla="*/ 82235 h 136362"/>
                <a:gd name="connsiteX55" fmla="*/ 1758003 w 1890036"/>
                <a:gd name="connsiteY55" fmla="*/ 78584 h 136362"/>
                <a:gd name="connsiteX56" fmla="*/ 1773344 w 1890036"/>
                <a:gd name="connsiteY56" fmla="*/ 80974 h 136362"/>
                <a:gd name="connsiteX57" fmla="*/ 1806655 w 1890036"/>
                <a:gd name="connsiteY57" fmla="*/ 55388 h 136362"/>
                <a:gd name="connsiteX58" fmla="*/ 1806655 w 1890036"/>
                <a:gd name="connsiteY58" fmla="*/ 54403 h 136362"/>
                <a:gd name="connsiteX59" fmla="*/ 1803148 w 1890036"/>
                <a:gd name="connsiteY59" fmla="*/ 43147 h 136362"/>
                <a:gd name="connsiteX60" fmla="*/ 1807785 w 1890036"/>
                <a:gd name="connsiteY60" fmla="*/ 41321 h 136362"/>
                <a:gd name="connsiteX61" fmla="*/ 1810031 w 1890036"/>
                <a:gd name="connsiteY61" fmla="*/ 38235 h 136362"/>
                <a:gd name="connsiteX62" fmla="*/ 1702060 w 1890036"/>
                <a:gd name="connsiteY62" fmla="*/ 92795 h 136362"/>
                <a:gd name="connsiteX63" fmla="*/ 1688544 w 1890036"/>
                <a:gd name="connsiteY63" fmla="*/ 93780 h 136362"/>
                <a:gd name="connsiteX64" fmla="*/ 1673491 w 1890036"/>
                <a:gd name="connsiteY64" fmla="*/ 73671 h 136362"/>
                <a:gd name="connsiteX65" fmla="*/ 1673491 w 1890036"/>
                <a:gd name="connsiteY65" fmla="*/ 62835 h 136362"/>
                <a:gd name="connsiteX66" fmla="*/ 1688544 w 1890036"/>
                <a:gd name="connsiteY66" fmla="*/ 42727 h 136362"/>
                <a:gd name="connsiteX67" fmla="*/ 1702060 w 1890036"/>
                <a:gd name="connsiteY67" fmla="*/ 43712 h 136362"/>
                <a:gd name="connsiteX68" fmla="*/ 1702060 w 1890036"/>
                <a:gd name="connsiteY68" fmla="*/ 92795 h 136362"/>
                <a:gd name="connsiteX69" fmla="*/ 1720594 w 1890036"/>
                <a:gd name="connsiteY69" fmla="*/ 101503 h 136362"/>
                <a:gd name="connsiteX70" fmla="*/ 1720594 w 1890036"/>
                <a:gd name="connsiteY70" fmla="*/ 3651 h 136362"/>
                <a:gd name="connsiteX71" fmla="*/ 1717796 w 1890036"/>
                <a:gd name="connsiteY71" fmla="*/ 841 h 136362"/>
                <a:gd name="connsiteX72" fmla="*/ 1704871 w 1890036"/>
                <a:gd name="connsiteY72" fmla="*/ 841 h 136362"/>
                <a:gd name="connsiteX73" fmla="*/ 1702060 w 1890036"/>
                <a:gd name="connsiteY73" fmla="*/ 3651 h 136362"/>
                <a:gd name="connsiteX74" fmla="*/ 1702060 w 1890036"/>
                <a:gd name="connsiteY74" fmla="*/ 28541 h 136362"/>
                <a:gd name="connsiteX75" fmla="*/ 1688544 w 1890036"/>
                <a:gd name="connsiteY75" fmla="*/ 27556 h 136362"/>
                <a:gd name="connsiteX76" fmla="*/ 1654944 w 1890036"/>
                <a:gd name="connsiteY76" fmla="*/ 62835 h 136362"/>
                <a:gd name="connsiteX77" fmla="*/ 1654944 w 1890036"/>
                <a:gd name="connsiteY77" fmla="*/ 73671 h 136362"/>
                <a:gd name="connsiteX78" fmla="*/ 1688544 w 1890036"/>
                <a:gd name="connsiteY78" fmla="*/ 108951 h 136362"/>
                <a:gd name="connsiteX79" fmla="*/ 1716811 w 1890036"/>
                <a:gd name="connsiteY79" fmla="*/ 105299 h 136362"/>
                <a:gd name="connsiteX80" fmla="*/ 1720594 w 1890036"/>
                <a:gd name="connsiteY80" fmla="*/ 101503 h 136362"/>
                <a:gd name="connsiteX81" fmla="*/ 1621069 w 1890036"/>
                <a:gd name="connsiteY81" fmla="*/ 61443 h 136362"/>
                <a:gd name="connsiteX82" fmla="*/ 1591239 w 1890036"/>
                <a:gd name="connsiteY82" fmla="*/ 61443 h 136362"/>
                <a:gd name="connsiteX83" fmla="*/ 1591239 w 1890036"/>
                <a:gd name="connsiteY83" fmla="*/ 60878 h 136362"/>
                <a:gd name="connsiteX84" fmla="*/ 1606292 w 1890036"/>
                <a:gd name="connsiteY84" fmla="*/ 43567 h 136362"/>
                <a:gd name="connsiteX85" fmla="*/ 1621069 w 1890036"/>
                <a:gd name="connsiteY85" fmla="*/ 60878 h 136362"/>
                <a:gd name="connsiteX86" fmla="*/ 1621069 w 1890036"/>
                <a:gd name="connsiteY86" fmla="*/ 61443 h 136362"/>
                <a:gd name="connsiteX87" fmla="*/ 1639747 w 1890036"/>
                <a:gd name="connsiteY87" fmla="*/ 71136 h 136362"/>
                <a:gd name="connsiteX88" fmla="*/ 1639747 w 1890036"/>
                <a:gd name="connsiteY88" fmla="*/ 63269 h 136362"/>
                <a:gd name="connsiteX89" fmla="*/ 1606292 w 1890036"/>
                <a:gd name="connsiteY89" fmla="*/ 27556 h 136362"/>
                <a:gd name="connsiteX90" fmla="*/ 1572548 w 1890036"/>
                <a:gd name="connsiteY90" fmla="*/ 63269 h 136362"/>
                <a:gd name="connsiteX91" fmla="*/ 1572548 w 1890036"/>
                <a:gd name="connsiteY91" fmla="*/ 73658 h 136362"/>
                <a:gd name="connsiteX92" fmla="*/ 1606568 w 1890036"/>
                <a:gd name="connsiteY92" fmla="*/ 108951 h 136362"/>
                <a:gd name="connsiteX93" fmla="*/ 1633849 w 1890036"/>
                <a:gd name="connsiteY93" fmla="*/ 106560 h 136362"/>
                <a:gd name="connsiteX94" fmla="*/ 1636792 w 1890036"/>
                <a:gd name="connsiteY94" fmla="*/ 102909 h 136362"/>
                <a:gd name="connsiteX95" fmla="*/ 1636792 w 1890036"/>
                <a:gd name="connsiteY95" fmla="*/ 93636 h 136362"/>
                <a:gd name="connsiteX96" fmla="*/ 1634270 w 1890036"/>
                <a:gd name="connsiteY96" fmla="*/ 91534 h 136362"/>
                <a:gd name="connsiteX97" fmla="*/ 1633849 w 1890036"/>
                <a:gd name="connsiteY97" fmla="*/ 91534 h 136362"/>
                <a:gd name="connsiteX98" fmla="*/ 1607973 w 1890036"/>
                <a:gd name="connsiteY98" fmla="*/ 92940 h 136362"/>
                <a:gd name="connsiteX99" fmla="*/ 1591094 w 1890036"/>
                <a:gd name="connsiteY99" fmla="*/ 75064 h 136362"/>
                <a:gd name="connsiteX100" fmla="*/ 1591094 w 1890036"/>
                <a:gd name="connsiteY100" fmla="*/ 74643 h 136362"/>
                <a:gd name="connsiteX101" fmla="*/ 1636936 w 1890036"/>
                <a:gd name="connsiteY101" fmla="*/ 74643 h 136362"/>
                <a:gd name="connsiteX102" fmla="*/ 1639747 w 1890036"/>
                <a:gd name="connsiteY102" fmla="*/ 71136 h 136362"/>
                <a:gd name="connsiteX103" fmla="*/ 1553830 w 1890036"/>
                <a:gd name="connsiteY103" fmla="*/ 104879 h 136362"/>
                <a:gd name="connsiteX104" fmla="*/ 1553830 w 1890036"/>
                <a:gd name="connsiteY104" fmla="*/ 3651 h 136362"/>
                <a:gd name="connsiteX105" fmla="*/ 1551164 w 1890036"/>
                <a:gd name="connsiteY105" fmla="*/ 841 h 136362"/>
                <a:gd name="connsiteX106" fmla="*/ 1538107 w 1890036"/>
                <a:gd name="connsiteY106" fmla="*/ 841 h 136362"/>
                <a:gd name="connsiteX107" fmla="*/ 1535296 w 1890036"/>
                <a:gd name="connsiteY107" fmla="*/ 3651 h 136362"/>
                <a:gd name="connsiteX108" fmla="*/ 1535296 w 1890036"/>
                <a:gd name="connsiteY108" fmla="*/ 104879 h 136362"/>
                <a:gd name="connsiteX109" fmla="*/ 1538107 w 1890036"/>
                <a:gd name="connsiteY109" fmla="*/ 107821 h 136362"/>
                <a:gd name="connsiteX110" fmla="*/ 1551164 w 1890036"/>
                <a:gd name="connsiteY110" fmla="*/ 107821 h 136362"/>
                <a:gd name="connsiteX111" fmla="*/ 1553830 w 1890036"/>
                <a:gd name="connsiteY111" fmla="*/ 104879 h 136362"/>
                <a:gd name="connsiteX112" fmla="*/ 1519679 w 1890036"/>
                <a:gd name="connsiteY112" fmla="*/ 31352 h 136362"/>
                <a:gd name="connsiteX113" fmla="*/ 1516868 w 1890036"/>
                <a:gd name="connsiteY113" fmla="*/ 28541 h 136362"/>
                <a:gd name="connsiteX114" fmla="*/ 1503220 w 1890036"/>
                <a:gd name="connsiteY114" fmla="*/ 28541 h 136362"/>
                <a:gd name="connsiteX115" fmla="*/ 1500698 w 1890036"/>
                <a:gd name="connsiteY115" fmla="*/ 31076 h 136362"/>
                <a:gd name="connsiteX116" fmla="*/ 1491832 w 1890036"/>
                <a:gd name="connsiteY116" fmla="*/ 90536 h 136362"/>
                <a:gd name="connsiteX117" fmla="*/ 1491136 w 1890036"/>
                <a:gd name="connsiteY117" fmla="*/ 92506 h 136362"/>
                <a:gd name="connsiteX118" fmla="*/ 1490151 w 1890036"/>
                <a:gd name="connsiteY118" fmla="*/ 90536 h 136362"/>
                <a:gd name="connsiteX119" fmla="*/ 1478474 w 1890036"/>
                <a:gd name="connsiteY119" fmla="*/ 43304 h 136362"/>
                <a:gd name="connsiteX120" fmla="*/ 1470606 w 1890036"/>
                <a:gd name="connsiteY120" fmla="*/ 37249 h 136362"/>
                <a:gd name="connsiteX121" fmla="*/ 1460754 w 1890036"/>
                <a:gd name="connsiteY121" fmla="*/ 37249 h 136362"/>
                <a:gd name="connsiteX122" fmla="*/ 1452887 w 1890036"/>
                <a:gd name="connsiteY122" fmla="*/ 43304 h 136362"/>
                <a:gd name="connsiteX123" fmla="*/ 1441209 w 1890036"/>
                <a:gd name="connsiteY123" fmla="*/ 90536 h 136362"/>
                <a:gd name="connsiteX124" fmla="*/ 1440224 w 1890036"/>
                <a:gd name="connsiteY124" fmla="*/ 92506 h 136362"/>
                <a:gd name="connsiteX125" fmla="*/ 1439528 w 1890036"/>
                <a:gd name="connsiteY125" fmla="*/ 90536 h 136362"/>
                <a:gd name="connsiteX126" fmla="*/ 1430662 w 1890036"/>
                <a:gd name="connsiteY126" fmla="*/ 31076 h 136362"/>
                <a:gd name="connsiteX127" fmla="*/ 1428140 w 1890036"/>
                <a:gd name="connsiteY127" fmla="*/ 28541 h 136362"/>
                <a:gd name="connsiteX128" fmla="*/ 1414493 w 1890036"/>
                <a:gd name="connsiteY128" fmla="*/ 28541 h 136362"/>
                <a:gd name="connsiteX129" fmla="*/ 1411682 w 1890036"/>
                <a:gd name="connsiteY129" fmla="*/ 31352 h 136362"/>
                <a:gd name="connsiteX130" fmla="*/ 1411682 w 1890036"/>
                <a:gd name="connsiteY130" fmla="*/ 31772 h 136362"/>
                <a:gd name="connsiteX131" fmla="*/ 1424475 w 1890036"/>
                <a:gd name="connsiteY131" fmla="*/ 96434 h 136362"/>
                <a:gd name="connsiteX132" fmla="*/ 1436993 w 1890036"/>
                <a:gd name="connsiteY132" fmla="*/ 108241 h 136362"/>
                <a:gd name="connsiteX133" fmla="*/ 1440789 w 1890036"/>
                <a:gd name="connsiteY133" fmla="*/ 108241 h 136362"/>
                <a:gd name="connsiteX134" fmla="*/ 1454148 w 1890036"/>
                <a:gd name="connsiteY134" fmla="*/ 97287 h 136362"/>
                <a:gd name="connsiteX135" fmla="*/ 1465260 w 1890036"/>
                <a:gd name="connsiteY135" fmla="*/ 54259 h 136362"/>
                <a:gd name="connsiteX136" fmla="*/ 1465680 w 1890036"/>
                <a:gd name="connsiteY136" fmla="*/ 53562 h 136362"/>
                <a:gd name="connsiteX137" fmla="*/ 1466100 w 1890036"/>
                <a:gd name="connsiteY137" fmla="*/ 54259 h 136362"/>
                <a:gd name="connsiteX138" fmla="*/ 1477213 w 1890036"/>
                <a:gd name="connsiteY138" fmla="*/ 97287 h 136362"/>
                <a:gd name="connsiteX139" fmla="*/ 1490571 w 1890036"/>
                <a:gd name="connsiteY139" fmla="*/ 108241 h 136362"/>
                <a:gd name="connsiteX140" fmla="*/ 1494367 w 1890036"/>
                <a:gd name="connsiteY140" fmla="*/ 108241 h 136362"/>
                <a:gd name="connsiteX141" fmla="*/ 1506885 w 1890036"/>
                <a:gd name="connsiteY141" fmla="*/ 96434 h 136362"/>
                <a:gd name="connsiteX142" fmla="*/ 1519679 w 1890036"/>
                <a:gd name="connsiteY142" fmla="*/ 31772 h 136362"/>
                <a:gd name="connsiteX143" fmla="*/ 1519679 w 1890036"/>
                <a:gd name="connsiteY143" fmla="*/ 31352 h 136362"/>
                <a:gd name="connsiteX144" fmla="*/ 1382889 w 1890036"/>
                <a:gd name="connsiteY144" fmla="*/ 73947 h 136362"/>
                <a:gd name="connsiteX145" fmla="*/ 1367837 w 1890036"/>
                <a:gd name="connsiteY145" fmla="*/ 92940 h 136362"/>
                <a:gd name="connsiteX146" fmla="*/ 1352784 w 1890036"/>
                <a:gd name="connsiteY146" fmla="*/ 73947 h 136362"/>
                <a:gd name="connsiteX147" fmla="*/ 1352784 w 1890036"/>
                <a:gd name="connsiteY147" fmla="*/ 62560 h 136362"/>
                <a:gd name="connsiteX148" fmla="*/ 1367837 w 1890036"/>
                <a:gd name="connsiteY148" fmla="*/ 43567 h 136362"/>
                <a:gd name="connsiteX149" fmla="*/ 1382889 w 1890036"/>
                <a:gd name="connsiteY149" fmla="*/ 62560 h 136362"/>
                <a:gd name="connsiteX150" fmla="*/ 1382889 w 1890036"/>
                <a:gd name="connsiteY150" fmla="*/ 73947 h 136362"/>
                <a:gd name="connsiteX151" fmla="*/ 1401436 w 1890036"/>
                <a:gd name="connsiteY151" fmla="*/ 73947 h 136362"/>
                <a:gd name="connsiteX152" fmla="*/ 1401436 w 1890036"/>
                <a:gd name="connsiteY152" fmla="*/ 62560 h 136362"/>
                <a:gd name="connsiteX153" fmla="*/ 1367837 w 1890036"/>
                <a:gd name="connsiteY153" fmla="*/ 27556 h 136362"/>
                <a:gd name="connsiteX154" fmla="*/ 1334237 w 1890036"/>
                <a:gd name="connsiteY154" fmla="*/ 62560 h 136362"/>
                <a:gd name="connsiteX155" fmla="*/ 1334237 w 1890036"/>
                <a:gd name="connsiteY155" fmla="*/ 73947 h 136362"/>
                <a:gd name="connsiteX156" fmla="*/ 1367837 w 1890036"/>
                <a:gd name="connsiteY156" fmla="*/ 108951 h 136362"/>
                <a:gd name="connsiteX157" fmla="*/ 1401436 w 1890036"/>
                <a:gd name="connsiteY157" fmla="*/ 73947 h 136362"/>
                <a:gd name="connsiteX158" fmla="*/ 1316215 w 1890036"/>
                <a:gd name="connsiteY158" fmla="*/ 104866 h 136362"/>
                <a:gd name="connsiteX159" fmla="*/ 1316215 w 1890036"/>
                <a:gd name="connsiteY159" fmla="*/ 59040 h 136362"/>
                <a:gd name="connsiteX160" fmla="*/ 1291919 w 1890036"/>
                <a:gd name="connsiteY160" fmla="*/ 27556 h 136362"/>
                <a:gd name="connsiteX161" fmla="*/ 1269117 w 1890036"/>
                <a:gd name="connsiteY161" fmla="*/ 34294 h 136362"/>
                <a:gd name="connsiteX162" fmla="*/ 1269117 w 1890036"/>
                <a:gd name="connsiteY162" fmla="*/ 31352 h 136362"/>
                <a:gd name="connsiteX163" fmla="*/ 1266306 w 1890036"/>
                <a:gd name="connsiteY163" fmla="*/ 28541 h 136362"/>
                <a:gd name="connsiteX164" fmla="*/ 1254090 w 1890036"/>
                <a:gd name="connsiteY164" fmla="*/ 28541 h 136362"/>
                <a:gd name="connsiteX165" fmla="*/ 1251279 w 1890036"/>
                <a:gd name="connsiteY165" fmla="*/ 31352 h 136362"/>
                <a:gd name="connsiteX166" fmla="*/ 1251279 w 1890036"/>
                <a:gd name="connsiteY166" fmla="*/ 104879 h 136362"/>
                <a:gd name="connsiteX167" fmla="*/ 1254090 w 1890036"/>
                <a:gd name="connsiteY167" fmla="*/ 107821 h 136362"/>
                <a:gd name="connsiteX168" fmla="*/ 1267015 w 1890036"/>
                <a:gd name="connsiteY168" fmla="*/ 107821 h 136362"/>
                <a:gd name="connsiteX169" fmla="*/ 1269826 w 1890036"/>
                <a:gd name="connsiteY169" fmla="*/ 104879 h 136362"/>
                <a:gd name="connsiteX170" fmla="*/ 1269826 w 1890036"/>
                <a:gd name="connsiteY170" fmla="*/ 48361 h 136362"/>
                <a:gd name="connsiteX171" fmla="*/ 1285720 w 1890036"/>
                <a:gd name="connsiteY171" fmla="*/ 43291 h 136362"/>
                <a:gd name="connsiteX172" fmla="*/ 1297686 w 1890036"/>
                <a:gd name="connsiteY172" fmla="*/ 59040 h 136362"/>
                <a:gd name="connsiteX173" fmla="*/ 1297686 w 1890036"/>
                <a:gd name="connsiteY173" fmla="*/ 104866 h 136362"/>
                <a:gd name="connsiteX174" fmla="*/ 1300497 w 1890036"/>
                <a:gd name="connsiteY174" fmla="*/ 107821 h 136362"/>
                <a:gd name="connsiteX175" fmla="*/ 1313422 w 1890036"/>
                <a:gd name="connsiteY175" fmla="*/ 107821 h 136362"/>
                <a:gd name="connsiteX176" fmla="*/ 1316215 w 1890036"/>
                <a:gd name="connsiteY176" fmla="*/ 104866 h 136362"/>
                <a:gd name="connsiteX177" fmla="*/ 1236082 w 1890036"/>
                <a:gd name="connsiteY177" fmla="*/ 106560 h 136362"/>
                <a:gd name="connsiteX178" fmla="*/ 1235373 w 1890036"/>
                <a:gd name="connsiteY178" fmla="*/ 104879 h 136362"/>
                <a:gd name="connsiteX179" fmla="*/ 1199093 w 1890036"/>
                <a:gd name="connsiteY179" fmla="*/ 53983 h 136362"/>
                <a:gd name="connsiteX180" fmla="*/ 1235097 w 1890036"/>
                <a:gd name="connsiteY180" fmla="*/ 7447 h 136362"/>
                <a:gd name="connsiteX181" fmla="*/ 1236082 w 1890036"/>
                <a:gd name="connsiteY181" fmla="*/ 5201 h 136362"/>
                <a:gd name="connsiteX182" fmla="*/ 1233402 w 1890036"/>
                <a:gd name="connsiteY182" fmla="*/ 3507 h 136362"/>
                <a:gd name="connsiteX183" fmla="*/ 1217377 w 1890036"/>
                <a:gd name="connsiteY183" fmla="*/ 3507 h 136362"/>
                <a:gd name="connsiteX184" fmla="*/ 1214146 w 1890036"/>
                <a:gd name="connsiteY184" fmla="*/ 4636 h 136362"/>
                <a:gd name="connsiteX185" fmla="*/ 1179693 w 1890036"/>
                <a:gd name="connsiteY185" fmla="*/ 50883 h 136362"/>
                <a:gd name="connsiteX186" fmla="*/ 1179693 w 1890036"/>
                <a:gd name="connsiteY186" fmla="*/ 6186 h 136362"/>
                <a:gd name="connsiteX187" fmla="*/ 1176882 w 1890036"/>
                <a:gd name="connsiteY187" fmla="*/ 3507 h 136362"/>
                <a:gd name="connsiteX188" fmla="*/ 1162972 w 1890036"/>
                <a:gd name="connsiteY188" fmla="*/ 3507 h 136362"/>
                <a:gd name="connsiteX189" fmla="*/ 1160161 w 1890036"/>
                <a:gd name="connsiteY189" fmla="*/ 6186 h 136362"/>
                <a:gd name="connsiteX190" fmla="*/ 1160161 w 1890036"/>
                <a:gd name="connsiteY190" fmla="*/ 105010 h 136362"/>
                <a:gd name="connsiteX191" fmla="*/ 1162972 w 1890036"/>
                <a:gd name="connsiteY191" fmla="*/ 107821 h 136362"/>
                <a:gd name="connsiteX192" fmla="*/ 1176882 w 1890036"/>
                <a:gd name="connsiteY192" fmla="*/ 107821 h 136362"/>
                <a:gd name="connsiteX193" fmla="*/ 1179693 w 1890036"/>
                <a:gd name="connsiteY193" fmla="*/ 105010 h 136362"/>
                <a:gd name="connsiteX194" fmla="*/ 1179693 w 1890036"/>
                <a:gd name="connsiteY194" fmla="*/ 58343 h 136362"/>
                <a:gd name="connsiteX195" fmla="*/ 1211887 w 1890036"/>
                <a:gd name="connsiteY195" fmla="*/ 106284 h 136362"/>
                <a:gd name="connsiteX196" fmla="*/ 1215131 w 1890036"/>
                <a:gd name="connsiteY196" fmla="*/ 107821 h 136362"/>
                <a:gd name="connsiteX197" fmla="*/ 1233967 w 1890036"/>
                <a:gd name="connsiteY197" fmla="*/ 107821 h 136362"/>
                <a:gd name="connsiteX198" fmla="*/ 1236082 w 1890036"/>
                <a:gd name="connsiteY198" fmla="*/ 106560 h 136362"/>
                <a:gd name="connsiteX199" fmla="*/ 1084792 w 1890036"/>
                <a:gd name="connsiteY199" fmla="*/ 61443 h 136362"/>
                <a:gd name="connsiteX200" fmla="*/ 1054975 w 1890036"/>
                <a:gd name="connsiteY200" fmla="*/ 61443 h 136362"/>
                <a:gd name="connsiteX201" fmla="*/ 1054975 w 1890036"/>
                <a:gd name="connsiteY201" fmla="*/ 60878 h 136362"/>
                <a:gd name="connsiteX202" fmla="*/ 1070028 w 1890036"/>
                <a:gd name="connsiteY202" fmla="*/ 43567 h 136362"/>
                <a:gd name="connsiteX203" fmla="*/ 1084792 w 1890036"/>
                <a:gd name="connsiteY203" fmla="*/ 60878 h 136362"/>
                <a:gd name="connsiteX204" fmla="*/ 1084792 w 1890036"/>
                <a:gd name="connsiteY204" fmla="*/ 61443 h 136362"/>
                <a:gd name="connsiteX205" fmla="*/ 1103483 w 1890036"/>
                <a:gd name="connsiteY205" fmla="*/ 71136 h 136362"/>
                <a:gd name="connsiteX206" fmla="*/ 1103483 w 1890036"/>
                <a:gd name="connsiteY206" fmla="*/ 63269 h 136362"/>
                <a:gd name="connsiteX207" fmla="*/ 1070028 w 1890036"/>
                <a:gd name="connsiteY207" fmla="*/ 27556 h 136362"/>
                <a:gd name="connsiteX208" fmla="*/ 1036283 w 1890036"/>
                <a:gd name="connsiteY208" fmla="*/ 63269 h 136362"/>
                <a:gd name="connsiteX209" fmla="*/ 1036283 w 1890036"/>
                <a:gd name="connsiteY209" fmla="*/ 73658 h 136362"/>
                <a:gd name="connsiteX210" fmla="*/ 1070303 w 1890036"/>
                <a:gd name="connsiteY210" fmla="*/ 108951 h 136362"/>
                <a:gd name="connsiteX211" fmla="*/ 1097585 w 1890036"/>
                <a:gd name="connsiteY211" fmla="*/ 106560 h 136362"/>
                <a:gd name="connsiteX212" fmla="*/ 1100527 w 1890036"/>
                <a:gd name="connsiteY212" fmla="*/ 102909 h 136362"/>
                <a:gd name="connsiteX213" fmla="*/ 1100527 w 1890036"/>
                <a:gd name="connsiteY213" fmla="*/ 93636 h 136362"/>
                <a:gd name="connsiteX214" fmla="*/ 1098005 w 1890036"/>
                <a:gd name="connsiteY214" fmla="*/ 91534 h 136362"/>
                <a:gd name="connsiteX215" fmla="*/ 1097585 w 1890036"/>
                <a:gd name="connsiteY215" fmla="*/ 91534 h 136362"/>
                <a:gd name="connsiteX216" fmla="*/ 1071709 w 1890036"/>
                <a:gd name="connsiteY216" fmla="*/ 92940 h 136362"/>
                <a:gd name="connsiteX217" fmla="*/ 1054830 w 1890036"/>
                <a:gd name="connsiteY217" fmla="*/ 75064 h 136362"/>
                <a:gd name="connsiteX218" fmla="*/ 1054830 w 1890036"/>
                <a:gd name="connsiteY218" fmla="*/ 74643 h 136362"/>
                <a:gd name="connsiteX219" fmla="*/ 1100672 w 1890036"/>
                <a:gd name="connsiteY219" fmla="*/ 74643 h 136362"/>
                <a:gd name="connsiteX220" fmla="*/ 1103483 w 1890036"/>
                <a:gd name="connsiteY220" fmla="*/ 71136 h 136362"/>
                <a:gd name="connsiteX221" fmla="*/ 1023897 w 1890036"/>
                <a:gd name="connsiteY221" fmla="*/ 105444 h 136362"/>
                <a:gd name="connsiteX222" fmla="*/ 1023897 w 1890036"/>
                <a:gd name="connsiteY222" fmla="*/ 96591 h 136362"/>
                <a:gd name="connsiteX223" fmla="*/ 1020942 w 1890036"/>
                <a:gd name="connsiteY223" fmla="*/ 94490 h 136362"/>
                <a:gd name="connsiteX224" fmla="*/ 1013494 w 1890036"/>
                <a:gd name="connsiteY224" fmla="*/ 94490 h 136362"/>
                <a:gd name="connsiteX225" fmla="*/ 1008003 w 1890036"/>
                <a:gd name="connsiteY225" fmla="*/ 86609 h 136362"/>
                <a:gd name="connsiteX226" fmla="*/ 1008003 w 1890036"/>
                <a:gd name="connsiteY226" fmla="*/ 42438 h 136362"/>
                <a:gd name="connsiteX227" fmla="*/ 1020653 w 1890036"/>
                <a:gd name="connsiteY227" fmla="*/ 42438 h 136362"/>
                <a:gd name="connsiteX228" fmla="*/ 1023477 w 1890036"/>
                <a:gd name="connsiteY228" fmla="*/ 39640 h 136362"/>
                <a:gd name="connsiteX229" fmla="*/ 1023477 w 1890036"/>
                <a:gd name="connsiteY229" fmla="*/ 31352 h 136362"/>
                <a:gd name="connsiteX230" fmla="*/ 1020653 w 1890036"/>
                <a:gd name="connsiteY230" fmla="*/ 28541 h 136362"/>
                <a:gd name="connsiteX231" fmla="*/ 1008003 w 1890036"/>
                <a:gd name="connsiteY231" fmla="*/ 28541 h 136362"/>
                <a:gd name="connsiteX232" fmla="*/ 1008003 w 1890036"/>
                <a:gd name="connsiteY232" fmla="*/ 14054 h 136362"/>
                <a:gd name="connsiteX233" fmla="*/ 1005757 w 1890036"/>
                <a:gd name="connsiteY233" fmla="*/ 11952 h 136362"/>
                <a:gd name="connsiteX234" fmla="*/ 1005192 w 1890036"/>
                <a:gd name="connsiteY234" fmla="*/ 11952 h 136362"/>
                <a:gd name="connsiteX235" fmla="*/ 992123 w 1890036"/>
                <a:gd name="connsiteY235" fmla="*/ 14198 h 136362"/>
                <a:gd name="connsiteX236" fmla="*/ 989325 w 1890036"/>
                <a:gd name="connsiteY236" fmla="*/ 17009 h 136362"/>
                <a:gd name="connsiteX237" fmla="*/ 989325 w 1890036"/>
                <a:gd name="connsiteY237" fmla="*/ 28541 h 136362"/>
                <a:gd name="connsiteX238" fmla="*/ 976098 w 1890036"/>
                <a:gd name="connsiteY238" fmla="*/ 28541 h 136362"/>
                <a:gd name="connsiteX239" fmla="*/ 973287 w 1890036"/>
                <a:gd name="connsiteY239" fmla="*/ 31352 h 136362"/>
                <a:gd name="connsiteX240" fmla="*/ 973287 w 1890036"/>
                <a:gd name="connsiteY240" fmla="*/ 37670 h 136362"/>
                <a:gd name="connsiteX241" fmla="*/ 976098 w 1890036"/>
                <a:gd name="connsiteY241" fmla="*/ 40481 h 136362"/>
                <a:gd name="connsiteX242" fmla="*/ 989325 w 1890036"/>
                <a:gd name="connsiteY242" fmla="*/ 42438 h 136362"/>
                <a:gd name="connsiteX243" fmla="*/ 989325 w 1890036"/>
                <a:gd name="connsiteY243" fmla="*/ 86609 h 136362"/>
                <a:gd name="connsiteX244" fmla="*/ 1011655 w 1890036"/>
                <a:gd name="connsiteY244" fmla="*/ 108951 h 136362"/>
                <a:gd name="connsiteX245" fmla="*/ 1021217 w 1890036"/>
                <a:gd name="connsiteY245" fmla="*/ 107966 h 136362"/>
                <a:gd name="connsiteX246" fmla="*/ 1023897 w 1890036"/>
                <a:gd name="connsiteY246" fmla="*/ 105444 h 136362"/>
                <a:gd name="connsiteX247" fmla="*/ 944613 w 1890036"/>
                <a:gd name="connsiteY247" fmla="*/ 90247 h 136362"/>
                <a:gd name="connsiteX248" fmla="*/ 930270 w 1890036"/>
                <a:gd name="connsiteY248" fmla="*/ 94201 h 136362"/>
                <a:gd name="connsiteX249" fmla="*/ 920129 w 1890036"/>
                <a:gd name="connsiteY249" fmla="*/ 85479 h 136362"/>
                <a:gd name="connsiteX250" fmla="*/ 920129 w 1890036"/>
                <a:gd name="connsiteY250" fmla="*/ 84915 h 136362"/>
                <a:gd name="connsiteX251" fmla="*/ 935747 w 1890036"/>
                <a:gd name="connsiteY251" fmla="*/ 72949 h 136362"/>
                <a:gd name="connsiteX252" fmla="*/ 944613 w 1890036"/>
                <a:gd name="connsiteY252" fmla="*/ 72949 h 136362"/>
                <a:gd name="connsiteX253" fmla="*/ 944613 w 1890036"/>
                <a:gd name="connsiteY253" fmla="*/ 90247 h 136362"/>
                <a:gd name="connsiteX254" fmla="*/ 963160 w 1890036"/>
                <a:gd name="connsiteY254" fmla="*/ 105023 h 136362"/>
                <a:gd name="connsiteX255" fmla="*/ 963160 w 1890036"/>
                <a:gd name="connsiteY255" fmla="*/ 54403 h 136362"/>
                <a:gd name="connsiteX256" fmla="*/ 932240 w 1890036"/>
                <a:gd name="connsiteY256" fmla="*/ 27556 h 136362"/>
                <a:gd name="connsiteX257" fmla="*/ 908754 w 1890036"/>
                <a:gd name="connsiteY257" fmla="*/ 29802 h 136362"/>
                <a:gd name="connsiteX258" fmla="*/ 906088 w 1890036"/>
                <a:gd name="connsiteY258" fmla="*/ 32757 h 136362"/>
                <a:gd name="connsiteX259" fmla="*/ 906088 w 1890036"/>
                <a:gd name="connsiteY259" fmla="*/ 41741 h 136362"/>
                <a:gd name="connsiteX260" fmla="*/ 908610 w 1890036"/>
                <a:gd name="connsiteY260" fmla="*/ 44132 h 136362"/>
                <a:gd name="connsiteX261" fmla="*/ 909319 w 1890036"/>
                <a:gd name="connsiteY261" fmla="*/ 44132 h 136362"/>
                <a:gd name="connsiteX262" fmla="*/ 932240 w 1890036"/>
                <a:gd name="connsiteY262" fmla="*/ 43002 h 136362"/>
                <a:gd name="connsiteX263" fmla="*/ 944613 w 1890036"/>
                <a:gd name="connsiteY263" fmla="*/ 54403 h 136362"/>
                <a:gd name="connsiteX264" fmla="*/ 944613 w 1890036"/>
                <a:gd name="connsiteY264" fmla="*/ 60603 h 136362"/>
                <a:gd name="connsiteX265" fmla="*/ 935747 w 1890036"/>
                <a:gd name="connsiteY265" fmla="*/ 60603 h 136362"/>
                <a:gd name="connsiteX266" fmla="*/ 901451 w 1890036"/>
                <a:gd name="connsiteY266" fmla="*/ 84915 h 136362"/>
                <a:gd name="connsiteX267" fmla="*/ 901451 w 1890036"/>
                <a:gd name="connsiteY267" fmla="*/ 85479 h 136362"/>
                <a:gd name="connsiteX268" fmla="*/ 925764 w 1890036"/>
                <a:gd name="connsiteY268" fmla="*/ 108951 h 136362"/>
                <a:gd name="connsiteX269" fmla="*/ 945598 w 1890036"/>
                <a:gd name="connsiteY269" fmla="*/ 102764 h 136362"/>
                <a:gd name="connsiteX270" fmla="*/ 945598 w 1890036"/>
                <a:gd name="connsiteY270" fmla="*/ 105023 h 136362"/>
                <a:gd name="connsiteX271" fmla="*/ 948409 w 1890036"/>
                <a:gd name="connsiteY271" fmla="*/ 107821 h 136362"/>
                <a:gd name="connsiteX272" fmla="*/ 960349 w 1890036"/>
                <a:gd name="connsiteY272" fmla="*/ 107821 h 136362"/>
                <a:gd name="connsiteX273" fmla="*/ 963160 w 1890036"/>
                <a:gd name="connsiteY273" fmla="*/ 105010 h 136362"/>
                <a:gd name="connsiteX274" fmla="*/ 963160 w 1890036"/>
                <a:gd name="connsiteY274" fmla="*/ 105023 h 136362"/>
                <a:gd name="connsiteX275" fmla="*/ 867707 w 1890036"/>
                <a:gd name="connsiteY275" fmla="*/ 61443 h 136362"/>
                <a:gd name="connsiteX276" fmla="*/ 837877 w 1890036"/>
                <a:gd name="connsiteY276" fmla="*/ 61443 h 136362"/>
                <a:gd name="connsiteX277" fmla="*/ 837877 w 1890036"/>
                <a:gd name="connsiteY277" fmla="*/ 60878 h 136362"/>
                <a:gd name="connsiteX278" fmla="*/ 852930 w 1890036"/>
                <a:gd name="connsiteY278" fmla="*/ 43567 h 136362"/>
                <a:gd name="connsiteX279" fmla="*/ 867707 w 1890036"/>
                <a:gd name="connsiteY279" fmla="*/ 60878 h 136362"/>
                <a:gd name="connsiteX280" fmla="*/ 867707 w 1890036"/>
                <a:gd name="connsiteY280" fmla="*/ 61443 h 136362"/>
                <a:gd name="connsiteX281" fmla="*/ 886385 w 1890036"/>
                <a:gd name="connsiteY281" fmla="*/ 71136 h 136362"/>
                <a:gd name="connsiteX282" fmla="*/ 886385 w 1890036"/>
                <a:gd name="connsiteY282" fmla="*/ 63269 h 136362"/>
                <a:gd name="connsiteX283" fmla="*/ 852930 w 1890036"/>
                <a:gd name="connsiteY283" fmla="*/ 27556 h 136362"/>
                <a:gd name="connsiteX284" fmla="*/ 819186 w 1890036"/>
                <a:gd name="connsiteY284" fmla="*/ 63269 h 136362"/>
                <a:gd name="connsiteX285" fmla="*/ 819186 w 1890036"/>
                <a:gd name="connsiteY285" fmla="*/ 73658 h 136362"/>
                <a:gd name="connsiteX286" fmla="*/ 853206 w 1890036"/>
                <a:gd name="connsiteY286" fmla="*/ 108951 h 136362"/>
                <a:gd name="connsiteX287" fmla="*/ 880488 w 1890036"/>
                <a:gd name="connsiteY287" fmla="*/ 106560 h 136362"/>
                <a:gd name="connsiteX288" fmla="*/ 883443 w 1890036"/>
                <a:gd name="connsiteY288" fmla="*/ 102909 h 136362"/>
                <a:gd name="connsiteX289" fmla="*/ 883443 w 1890036"/>
                <a:gd name="connsiteY289" fmla="*/ 93636 h 136362"/>
                <a:gd name="connsiteX290" fmla="*/ 880908 w 1890036"/>
                <a:gd name="connsiteY290" fmla="*/ 91534 h 136362"/>
                <a:gd name="connsiteX291" fmla="*/ 880488 w 1890036"/>
                <a:gd name="connsiteY291" fmla="*/ 91534 h 136362"/>
                <a:gd name="connsiteX292" fmla="*/ 854624 w 1890036"/>
                <a:gd name="connsiteY292" fmla="*/ 92940 h 136362"/>
                <a:gd name="connsiteX293" fmla="*/ 837733 w 1890036"/>
                <a:gd name="connsiteY293" fmla="*/ 75064 h 136362"/>
                <a:gd name="connsiteX294" fmla="*/ 837733 w 1890036"/>
                <a:gd name="connsiteY294" fmla="*/ 74643 h 136362"/>
                <a:gd name="connsiteX295" fmla="*/ 883574 w 1890036"/>
                <a:gd name="connsiteY295" fmla="*/ 74643 h 136362"/>
                <a:gd name="connsiteX296" fmla="*/ 886385 w 1890036"/>
                <a:gd name="connsiteY296" fmla="*/ 71136 h 136362"/>
                <a:gd name="connsiteX297" fmla="*/ 810175 w 1890036"/>
                <a:gd name="connsiteY297" fmla="*/ 40481 h 136362"/>
                <a:gd name="connsiteX298" fmla="*/ 810175 w 1890036"/>
                <a:gd name="connsiteY298" fmla="*/ 30367 h 136362"/>
                <a:gd name="connsiteX299" fmla="*/ 807364 w 1890036"/>
                <a:gd name="connsiteY299" fmla="*/ 27556 h 136362"/>
                <a:gd name="connsiteX300" fmla="*/ 787267 w 1890036"/>
                <a:gd name="connsiteY300" fmla="*/ 34294 h 136362"/>
                <a:gd name="connsiteX301" fmla="*/ 787267 w 1890036"/>
                <a:gd name="connsiteY301" fmla="*/ 31352 h 136362"/>
                <a:gd name="connsiteX302" fmla="*/ 784457 w 1890036"/>
                <a:gd name="connsiteY302" fmla="*/ 28541 h 136362"/>
                <a:gd name="connsiteX303" fmla="*/ 772228 w 1890036"/>
                <a:gd name="connsiteY303" fmla="*/ 28541 h 136362"/>
                <a:gd name="connsiteX304" fmla="*/ 769417 w 1890036"/>
                <a:gd name="connsiteY304" fmla="*/ 31352 h 136362"/>
                <a:gd name="connsiteX305" fmla="*/ 769417 w 1890036"/>
                <a:gd name="connsiteY305" fmla="*/ 104879 h 136362"/>
                <a:gd name="connsiteX306" fmla="*/ 772228 w 1890036"/>
                <a:gd name="connsiteY306" fmla="*/ 107821 h 136362"/>
                <a:gd name="connsiteX307" fmla="*/ 785153 w 1890036"/>
                <a:gd name="connsiteY307" fmla="*/ 107821 h 136362"/>
                <a:gd name="connsiteX308" fmla="*/ 787964 w 1890036"/>
                <a:gd name="connsiteY308" fmla="*/ 104879 h 136362"/>
                <a:gd name="connsiteX309" fmla="*/ 787964 w 1890036"/>
                <a:gd name="connsiteY309" fmla="*/ 48361 h 136362"/>
                <a:gd name="connsiteX310" fmla="*/ 807364 w 1890036"/>
                <a:gd name="connsiteY310" fmla="*/ 43304 h 136362"/>
                <a:gd name="connsiteX311" fmla="*/ 810175 w 1890036"/>
                <a:gd name="connsiteY311" fmla="*/ 40494 h 136362"/>
                <a:gd name="connsiteX312" fmla="*/ 810175 w 1890036"/>
                <a:gd name="connsiteY312" fmla="*/ 40481 h 136362"/>
                <a:gd name="connsiteX313" fmla="*/ 751829 w 1890036"/>
                <a:gd name="connsiteY313" fmla="*/ 103474 h 136362"/>
                <a:gd name="connsiteX314" fmla="*/ 751829 w 1890036"/>
                <a:gd name="connsiteY314" fmla="*/ 94056 h 136362"/>
                <a:gd name="connsiteX315" fmla="*/ 749018 w 1890036"/>
                <a:gd name="connsiteY315" fmla="*/ 91114 h 136362"/>
                <a:gd name="connsiteX316" fmla="*/ 748729 w 1890036"/>
                <a:gd name="connsiteY316" fmla="*/ 91114 h 136362"/>
                <a:gd name="connsiteX317" fmla="*/ 726793 w 1890036"/>
                <a:gd name="connsiteY317" fmla="*/ 92230 h 136362"/>
                <a:gd name="connsiteX318" fmla="*/ 706408 w 1890036"/>
                <a:gd name="connsiteY318" fmla="*/ 65935 h 136362"/>
                <a:gd name="connsiteX319" fmla="*/ 706408 w 1890036"/>
                <a:gd name="connsiteY319" fmla="*/ 45261 h 136362"/>
                <a:gd name="connsiteX320" fmla="*/ 726793 w 1890036"/>
                <a:gd name="connsiteY320" fmla="*/ 18966 h 136362"/>
                <a:gd name="connsiteX321" fmla="*/ 748729 w 1890036"/>
                <a:gd name="connsiteY321" fmla="*/ 20083 h 136362"/>
                <a:gd name="connsiteX322" fmla="*/ 749018 w 1890036"/>
                <a:gd name="connsiteY322" fmla="*/ 20083 h 136362"/>
                <a:gd name="connsiteX323" fmla="*/ 751829 w 1890036"/>
                <a:gd name="connsiteY323" fmla="*/ 17141 h 136362"/>
                <a:gd name="connsiteX324" fmla="*/ 751829 w 1890036"/>
                <a:gd name="connsiteY324" fmla="*/ 7723 h 136362"/>
                <a:gd name="connsiteX325" fmla="*/ 748729 w 1890036"/>
                <a:gd name="connsiteY325" fmla="*/ 4492 h 136362"/>
                <a:gd name="connsiteX326" fmla="*/ 726517 w 1890036"/>
                <a:gd name="connsiteY326" fmla="*/ 2246 h 136362"/>
                <a:gd name="connsiteX327" fmla="*/ 686744 w 1890036"/>
                <a:gd name="connsiteY327" fmla="*/ 45261 h 136362"/>
                <a:gd name="connsiteX328" fmla="*/ 686744 w 1890036"/>
                <a:gd name="connsiteY328" fmla="*/ 65935 h 136362"/>
                <a:gd name="connsiteX329" fmla="*/ 726517 w 1890036"/>
                <a:gd name="connsiteY329" fmla="*/ 108951 h 136362"/>
                <a:gd name="connsiteX330" fmla="*/ 748729 w 1890036"/>
                <a:gd name="connsiteY330" fmla="*/ 106705 h 136362"/>
                <a:gd name="connsiteX331" fmla="*/ 751829 w 1890036"/>
                <a:gd name="connsiteY331" fmla="*/ 103474 h 136362"/>
                <a:gd name="connsiteX332" fmla="*/ 630473 w 1890036"/>
                <a:gd name="connsiteY332" fmla="*/ 105010 h 136362"/>
                <a:gd name="connsiteX333" fmla="*/ 630473 w 1890036"/>
                <a:gd name="connsiteY333" fmla="*/ 89144 h 136362"/>
                <a:gd name="connsiteX334" fmla="*/ 627676 w 1890036"/>
                <a:gd name="connsiteY334" fmla="*/ 86464 h 136362"/>
                <a:gd name="connsiteX335" fmla="*/ 615171 w 1890036"/>
                <a:gd name="connsiteY335" fmla="*/ 86464 h 136362"/>
                <a:gd name="connsiteX336" fmla="*/ 612360 w 1890036"/>
                <a:gd name="connsiteY336" fmla="*/ 89144 h 136362"/>
                <a:gd name="connsiteX337" fmla="*/ 612360 w 1890036"/>
                <a:gd name="connsiteY337" fmla="*/ 105010 h 136362"/>
                <a:gd name="connsiteX338" fmla="*/ 615171 w 1890036"/>
                <a:gd name="connsiteY338" fmla="*/ 107821 h 136362"/>
                <a:gd name="connsiteX339" fmla="*/ 627676 w 1890036"/>
                <a:gd name="connsiteY339" fmla="*/ 107821 h 136362"/>
                <a:gd name="connsiteX340" fmla="*/ 630473 w 1890036"/>
                <a:gd name="connsiteY340" fmla="*/ 105010 h 136362"/>
                <a:gd name="connsiteX341" fmla="*/ 606292 w 1890036"/>
                <a:gd name="connsiteY341" fmla="*/ 17272 h 136362"/>
                <a:gd name="connsiteX342" fmla="*/ 606292 w 1890036"/>
                <a:gd name="connsiteY342" fmla="*/ 6186 h 136362"/>
                <a:gd name="connsiteX343" fmla="*/ 603481 w 1890036"/>
                <a:gd name="connsiteY343" fmla="*/ 3507 h 136362"/>
                <a:gd name="connsiteX344" fmla="*/ 534745 w 1890036"/>
                <a:gd name="connsiteY344" fmla="*/ 3507 h 136362"/>
                <a:gd name="connsiteX345" fmla="*/ 531934 w 1890036"/>
                <a:gd name="connsiteY345" fmla="*/ 6186 h 136362"/>
                <a:gd name="connsiteX346" fmla="*/ 531934 w 1890036"/>
                <a:gd name="connsiteY346" fmla="*/ 17272 h 136362"/>
                <a:gd name="connsiteX347" fmla="*/ 534745 w 1890036"/>
                <a:gd name="connsiteY347" fmla="*/ 19807 h 136362"/>
                <a:gd name="connsiteX348" fmla="*/ 559347 w 1890036"/>
                <a:gd name="connsiteY348" fmla="*/ 19807 h 136362"/>
                <a:gd name="connsiteX349" fmla="*/ 559347 w 1890036"/>
                <a:gd name="connsiteY349" fmla="*/ 105023 h 136362"/>
                <a:gd name="connsiteX350" fmla="*/ 562158 w 1890036"/>
                <a:gd name="connsiteY350" fmla="*/ 107821 h 136362"/>
                <a:gd name="connsiteX351" fmla="*/ 576068 w 1890036"/>
                <a:gd name="connsiteY351" fmla="*/ 107821 h 136362"/>
                <a:gd name="connsiteX352" fmla="*/ 578879 w 1890036"/>
                <a:gd name="connsiteY352" fmla="*/ 105023 h 136362"/>
                <a:gd name="connsiteX353" fmla="*/ 578879 w 1890036"/>
                <a:gd name="connsiteY353" fmla="*/ 19807 h 136362"/>
                <a:gd name="connsiteX354" fmla="*/ 603481 w 1890036"/>
                <a:gd name="connsiteY354" fmla="*/ 19807 h 136362"/>
                <a:gd name="connsiteX355" fmla="*/ 606292 w 1890036"/>
                <a:gd name="connsiteY355" fmla="*/ 17272 h 136362"/>
                <a:gd name="connsiteX356" fmla="*/ 515738 w 1890036"/>
                <a:gd name="connsiteY356" fmla="*/ 105023 h 136362"/>
                <a:gd name="connsiteX357" fmla="*/ 515738 w 1890036"/>
                <a:gd name="connsiteY357" fmla="*/ 6173 h 136362"/>
                <a:gd name="connsiteX358" fmla="*/ 512927 w 1890036"/>
                <a:gd name="connsiteY358" fmla="*/ 3507 h 136362"/>
                <a:gd name="connsiteX359" fmla="*/ 499030 w 1890036"/>
                <a:gd name="connsiteY359" fmla="*/ 3507 h 136362"/>
                <a:gd name="connsiteX360" fmla="*/ 496219 w 1890036"/>
                <a:gd name="connsiteY360" fmla="*/ 6173 h 136362"/>
                <a:gd name="connsiteX361" fmla="*/ 496219 w 1890036"/>
                <a:gd name="connsiteY361" fmla="*/ 105023 h 136362"/>
                <a:gd name="connsiteX362" fmla="*/ 499030 w 1890036"/>
                <a:gd name="connsiteY362" fmla="*/ 107821 h 136362"/>
                <a:gd name="connsiteX363" fmla="*/ 512927 w 1890036"/>
                <a:gd name="connsiteY363" fmla="*/ 107821 h 136362"/>
                <a:gd name="connsiteX364" fmla="*/ 515738 w 1890036"/>
                <a:gd name="connsiteY364" fmla="*/ 105023 h 136362"/>
                <a:gd name="connsiteX365" fmla="*/ 437137 w 1890036"/>
                <a:gd name="connsiteY365" fmla="*/ 104866 h 136362"/>
                <a:gd name="connsiteX366" fmla="*/ 437137 w 1890036"/>
                <a:gd name="connsiteY366" fmla="*/ 59040 h 136362"/>
                <a:gd name="connsiteX367" fmla="*/ 412824 w 1890036"/>
                <a:gd name="connsiteY367" fmla="*/ 27556 h 136362"/>
                <a:gd name="connsiteX368" fmla="*/ 390035 w 1890036"/>
                <a:gd name="connsiteY368" fmla="*/ 34294 h 136362"/>
                <a:gd name="connsiteX369" fmla="*/ 390035 w 1890036"/>
                <a:gd name="connsiteY369" fmla="*/ 31352 h 136362"/>
                <a:gd name="connsiteX370" fmla="*/ 387224 w 1890036"/>
                <a:gd name="connsiteY370" fmla="*/ 28541 h 136362"/>
                <a:gd name="connsiteX371" fmla="*/ 375008 w 1890036"/>
                <a:gd name="connsiteY371" fmla="*/ 28541 h 136362"/>
                <a:gd name="connsiteX372" fmla="*/ 372197 w 1890036"/>
                <a:gd name="connsiteY372" fmla="*/ 31352 h 136362"/>
                <a:gd name="connsiteX373" fmla="*/ 372197 w 1890036"/>
                <a:gd name="connsiteY373" fmla="*/ 104879 h 136362"/>
                <a:gd name="connsiteX374" fmla="*/ 375008 w 1890036"/>
                <a:gd name="connsiteY374" fmla="*/ 107821 h 136362"/>
                <a:gd name="connsiteX375" fmla="*/ 387933 w 1890036"/>
                <a:gd name="connsiteY375" fmla="*/ 107821 h 136362"/>
                <a:gd name="connsiteX376" fmla="*/ 390744 w 1890036"/>
                <a:gd name="connsiteY376" fmla="*/ 104879 h 136362"/>
                <a:gd name="connsiteX377" fmla="*/ 390744 w 1890036"/>
                <a:gd name="connsiteY377" fmla="*/ 48361 h 136362"/>
                <a:gd name="connsiteX378" fmla="*/ 406638 w 1890036"/>
                <a:gd name="connsiteY378" fmla="*/ 43291 h 136362"/>
                <a:gd name="connsiteX379" fmla="*/ 418604 w 1890036"/>
                <a:gd name="connsiteY379" fmla="*/ 59040 h 136362"/>
                <a:gd name="connsiteX380" fmla="*/ 418604 w 1890036"/>
                <a:gd name="connsiteY380" fmla="*/ 104866 h 136362"/>
                <a:gd name="connsiteX381" fmla="*/ 421401 w 1890036"/>
                <a:gd name="connsiteY381" fmla="*/ 107821 h 136362"/>
                <a:gd name="connsiteX382" fmla="*/ 434326 w 1890036"/>
                <a:gd name="connsiteY382" fmla="*/ 107821 h 136362"/>
                <a:gd name="connsiteX383" fmla="*/ 437137 w 1890036"/>
                <a:gd name="connsiteY383" fmla="*/ 104866 h 136362"/>
                <a:gd name="connsiteX384" fmla="*/ 336903 w 1890036"/>
                <a:gd name="connsiteY384" fmla="*/ 114310 h 136362"/>
                <a:gd name="connsiteX385" fmla="*/ 321010 w 1890036"/>
                <a:gd name="connsiteY385" fmla="*/ 122322 h 136362"/>
                <a:gd name="connsiteX386" fmla="*/ 304262 w 1890036"/>
                <a:gd name="connsiteY386" fmla="*/ 113036 h 136362"/>
                <a:gd name="connsiteX387" fmla="*/ 304262 w 1890036"/>
                <a:gd name="connsiteY387" fmla="*/ 111775 h 136362"/>
                <a:gd name="connsiteX388" fmla="*/ 307783 w 1890036"/>
                <a:gd name="connsiteY388" fmla="*/ 101924 h 136362"/>
                <a:gd name="connsiteX389" fmla="*/ 320300 w 1890036"/>
                <a:gd name="connsiteY389" fmla="*/ 104879 h 136362"/>
                <a:gd name="connsiteX390" fmla="*/ 336903 w 1890036"/>
                <a:gd name="connsiteY390" fmla="*/ 113324 h 136362"/>
                <a:gd name="connsiteX391" fmla="*/ 336903 w 1890036"/>
                <a:gd name="connsiteY391" fmla="*/ 114310 h 136362"/>
                <a:gd name="connsiteX392" fmla="*/ 335353 w 1890036"/>
                <a:gd name="connsiteY392" fmla="*/ 55808 h 136362"/>
                <a:gd name="connsiteX393" fmla="*/ 320300 w 1890036"/>
                <a:gd name="connsiteY393" fmla="*/ 66920 h 136362"/>
                <a:gd name="connsiteX394" fmla="*/ 305103 w 1890036"/>
                <a:gd name="connsiteY394" fmla="*/ 55808 h 136362"/>
                <a:gd name="connsiteX395" fmla="*/ 305103 w 1890036"/>
                <a:gd name="connsiteY395" fmla="*/ 54679 h 136362"/>
                <a:gd name="connsiteX396" fmla="*/ 320300 w 1890036"/>
                <a:gd name="connsiteY396" fmla="*/ 42727 h 136362"/>
                <a:gd name="connsiteX397" fmla="*/ 335353 w 1890036"/>
                <a:gd name="connsiteY397" fmla="*/ 54679 h 136362"/>
                <a:gd name="connsiteX398" fmla="*/ 335353 w 1890036"/>
                <a:gd name="connsiteY398" fmla="*/ 55808 h 136362"/>
                <a:gd name="connsiteX399" fmla="*/ 356987 w 1890036"/>
                <a:gd name="connsiteY399" fmla="*/ 38235 h 136362"/>
                <a:gd name="connsiteX400" fmla="*/ 356987 w 1890036"/>
                <a:gd name="connsiteY400" fmla="*/ 32337 h 136362"/>
                <a:gd name="connsiteX401" fmla="*/ 353191 w 1890036"/>
                <a:gd name="connsiteY401" fmla="*/ 28541 h 136362"/>
                <a:gd name="connsiteX402" fmla="*/ 320300 w 1890036"/>
                <a:gd name="connsiteY402" fmla="*/ 28541 h 136362"/>
                <a:gd name="connsiteX403" fmla="*/ 286845 w 1890036"/>
                <a:gd name="connsiteY403" fmla="*/ 54403 h 136362"/>
                <a:gd name="connsiteX404" fmla="*/ 286845 w 1890036"/>
                <a:gd name="connsiteY404" fmla="*/ 55388 h 136362"/>
                <a:gd name="connsiteX405" fmla="*/ 292598 w 1890036"/>
                <a:gd name="connsiteY405" fmla="*/ 71846 h 136362"/>
                <a:gd name="connsiteX406" fmla="*/ 286990 w 1890036"/>
                <a:gd name="connsiteY406" fmla="*/ 83220 h 136362"/>
                <a:gd name="connsiteX407" fmla="*/ 286990 w 1890036"/>
                <a:gd name="connsiteY407" fmla="*/ 83365 h 136362"/>
                <a:gd name="connsiteX408" fmla="*/ 293308 w 1890036"/>
                <a:gd name="connsiteY408" fmla="*/ 96302 h 136362"/>
                <a:gd name="connsiteX409" fmla="*/ 286136 w 1890036"/>
                <a:gd name="connsiteY409" fmla="*/ 111775 h 136362"/>
                <a:gd name="connsiteX410" fmla="*/ 286136 w 1890036"/>
                <a:gd name="connsiteY410" fmla="*/ 113036 h 136362"/>
                <a:gd name="connsiteX411" fmla="*/ 321010 w 1890036"/>
                <a:gd name="connsiteY411" fmla="*/ 136362 h 136362"/>
                <a:gd name="connsiteX412" fmla="*/ 355450 w 1890036"/>
                <a:gd name="connsiteY412" fmla="*/ 114310 h 136362"/>
                <a:gd name="connsiteX413" fmla="*/ 355450 w 1890036"/>
                <a:gd name="connsiteY413" fmla="*/ 113324 h 136362"/>
                <a:gd name="connsiteX414" fmla="*/ 323952 w 1890036"/>
                <a:gd name="connsiteY414" fmla="*/ 90812 h 136362"/>
                <a:gd name="connsiteX415" fmla="*/ 307362 w 1890036"/>
                <a:gd name="connsiteY415" fmla="*/ 86872 h 136362"/>
                <a:gd name="connsiteX416" fmla="*/ 302568 w 1890036"/>
                <a:gd name="connsiteY416" fmla="*/ 82235 h 136362"/>
                <a:gd name="connsiteX417" fmla="*/ 304972 w 1890036"/>
                <a:gd name="connsiteY417" fmla="*/ 78584 h 136362"/>
                <a:gd name="connsiteX418" fmla="*/ 320300 w 1890036"/>
                <a:gd name="connsiteY418" fmla="*/ 80974 h 136362"/>
                <a:gd name="connsiteX419" fmla="*/ 353611 w 1890036"/>
                <a:gd name="connsiteY419" fmla="*/ 55388 h 136362"/>
                <a:gd name="connsiteX420" fmla="*/ 353611 w 1890036"/>
                <a:gd name="connsiteY420" fmla="*/ 54403 h 136362"/>
                <a:gd name="connsiteX421" fmla="*/ 350104 w 1890036"/>
                <a:gd name="connsiteY421" fmla="*/ 43147 h 136362"/>
                <a:gd name="connsiteX422" fmla="*/ 354741 w 1890036"/>
                <a:gd name="connsiteY422" fmla="*/ 41321 h 136362"/>
                <a:gd name="connsiteX423" fmla="*/ 356987 w 1890036"/>
                <a:gd name="connsiteY423" fmla="*/ 38235 h 136362"/>
                <a:gd name="connsiteX424" fmla="*/ 267142 w 1890036"/>
                <a:gd name="connsiteY424" fmla="*/ 104879 h 136362"/>
                <a:gd name="connsiteX425" fmla="*/ 267142 w 1890036"/>
                <a:gd name="connsiteY425" fmla="*/ 31352 h 136362"/>
                <a:gd name="connsiteX426" fmla="*/ 264331 w 1890036"/>
                <a:gd name="connsiteY426" fmla="*/ 28541 h 136362"/>
                <a:gd name="connsiteX427" fmla="*/ 251407 w 1890036"/>
                <a:gd name="connsiteY427" fmla="*/ 28541 h 136362"/>
                <a:gd name="connsiteX428" fmla="*/ 248596 w 1890036"/>
                <a:gd name="connsiteY428" fmla="*/ 31352 h 136362"/>
                <a:gd name="connsiteX429" fmla="*/ 248596 w 1890036"/>
                <a:gd name="connsiteY429" fmla="*/ 104879 h 136362"/>
                <a:gd name="connsiteX430" fmla="*/ 251407 w 1890036"/>
                <a:gd name="connsiteY430" fmla="*/ 107821 h 136362"/>
                <a:gd name="connsiteX431" fmla="*/ 264331 w 1890036"/>
                <a:gd name="connsiteY431" fmla="*/ 107821 h 136362"/>
                <a:gd name="connsiteX432" fmla="*/ 267142 w 1890036"/>
                <a:gd name="connsiteY432" fmla="*/ 104879 h 136362"/>
                <a:gd name="connsiteX433" fmla="*/ 267563 w 1890036"/>
                <a:gd name="connsiteY433" fmla="*/ 15170 h 136362"/>
                <a:gd name="connsiteX434" fmla="*/ 267563 w 1890036"/>
                <a:gd name="connsiteY434" fmla="*/ 2811 h 136362"/>
                <a:gd name="connsiteX435" fmla="*/ 264752 w 1890036"/>
                <a:gd name="connsiteY435" fmla="*/ 0 h 136362"/>
                <a:gd name="connsiteX436" fmla="*/ 251131 w 1890036"/>
                <a:gd name="connsiteY436" fmla="*/ 0 h 136362"/>
                <a:gd name="connsiteX437" fmla="*/ 248175 w 1890036"/>
                <a:gd name="connsiteY437" fmla="*/ 2811 h 136362"/>
                <a:gd name="connsiteX438" fmla="*/ 248175 w 1890036"/>
                <a:gd name="connsiteY438" fmla="*/ 15170 h 136362"/>
                <a:gd name="connsiteX439" fmla="*/ 251131 w 1890036"/>
                <a:gd name="connsiteY439" fmla="*/ 17981 h 136362"/>
                <a:gd name="connsiteX440" fmla="*/ 264752 w 1890036"/>
                <a:gd name="connsiteY440" fmla="*/ 17981 h 136362"/>
                <a:gd name="connsiteX441" fmla="*/ 267563 w 1890036"/>
                <a:gd name="connsiteY441" fmla="*/ 15170 h 136362"/>
                <a:gd name="connsiteX442" fmla="*/ 230587 w 1890036"/>
                <a:gd name="connsiteY442" fmla="*/ 87029 h 136362"/>
                <a:gd name="connsiteX443" fmla="*/ 217098 w 1890036"/>
                <a:gd name="connsiteY443" fmla="*/ 65646 h 136362"/>
                <a:gd name="connsiteX444" fmla="*/ 198669 w 1890036"/>
                <a:gd name="connsiteY444" fmla="*/ 54403 h 136362"/>
                <a:gd name="connsiteX445" fmla="*/ 193034 w 1890036"/>
                <a:gd name="connsiteY445" fmla="*/ 48637 h 136362"/>
                <a:gd name="connsiteX446" fmla="*/ 202754 w 1890036"/>
                <a:gd name="connsiteY446" fmla="*/ 42727 h 136362"/>
                <a:gd name="connsiteX447" fmla="*/ 225951 w 1890036"/>
                <a:gd name="connsiteY447" fmla="*/ 44408 h 136362"/>
                <a:gd name="connsiteX448" fmla="*/ 226502 w 1890036"/>
                <a:gd name="connsiteY448" fmla="*/ 44408 h 136362"/>
                <a:gd name="connsiteX449" fmla="*/ 228762 w 1890036"/>
                <a:gd name="connsiteY449" fmla="*/ 41741 h 136362"/>
                <a:gd name="connsiteX450" fmla="*/ 228762 w 1890036"/>
                <a:gd name="connsiteY450" fmla="*/ 33598 h 136362"/>
                <a:gd name="connsiteX451" fmla="*/ 226226 w 1890036"/>
                <a:gd name="connsiteY451" fmla="*/ 30367 h 136362"/>
                <a:gd name="connsiteX452" fmla="*/ 201204 w 1890036"/>
                <a:gd name="connsiteY452" fmla="*/ 27556 h 136362"/>
                <a:gd name="connsiteX453" fmla="*/ 174500 w 1890036"/>
                <a:gd name="connsiteY453" fmla="*/ 48637 h 136362"/>
                <a:gd name="connsiteX454" fmla="*/ 186296 w 1890036"/>
                <a:gd name="connsiteY454" fmla="*/ 68037 h 136362"/>
                <a:gd name="connsiteX455" fmla="*/ 205565 w 1890036"/>
                <a:gd name="connsiteY455" fmla="*/ 79858 h 136362"/>
                <a:gd name="connsiteX456" fmla="*/ 211752 w 1890036"/>
                <a:gd name="connsiteY456" fmla="*/ 87029 h 136362"/>
                <a:gd name="connsiteX457" fmla="*/ 201769 w 1890036"/>
                <a:gd name="connsiteY457" fmla="*/ 93780 h 136362"/>
                <a:gd name="connsiteX458" fmla="*/ 178152 w 1890036"/>
                <a:gd name="connsiteY458" fmla="*/ 92230 h 136362"/>
                <a:gd name="connsiteX459" fmla="*/ 177587 w 1890036"/>
                <a:gd name="connsiteY459" fmla="*/ 92230 h 136362"/>
                <a:gd name="connsiteX460" fmla="*/ 175196 w 1890036"/>
                <a:gd name="connsiteY460" fmla="*/ 94490 h 136362"/>
                <a:gd name="connsiteX461" fmla="*/ 175196 w 1890036"/>
                <a:gd name="connsiteY461" fmla="*/ 102909 h 136362"/>
                <a:gd name="connsiteX462" fmla="*/ 177863 w 1890036"/>
                <a:gd name="connsiteY462" fmla="*/ 106140 h 136362"/>
                <a:gd name="connsiteX463" fmla="*/ 203030 w 1890036"/>
                <a:gd name="connsiteY463" fmla="*/ 108951 h 136362"/>
                <a:gd name="connsiteX464" fmla="*/ 230587 w 1890036"/>
                <a:gd name="connsiteY464" fmla="*/ 87029 h 136362"/>
                <a:gd name="connsiteX465" fmla="*/ 140612 w 1890036"/>
                <a:gd name="connsiteY465" fmla="*/ 61443 h 136362"/>
                <a:gd name="connsiteX466" fmla="*/ 110782 w 1890036"/>
                <a:gd name="connsiteY466" fmla="*/ 61443 h 136362"/>
                <a:gd name="connsiteX467" fmla="*/ 110782 w 1890036"/>
                <a:gd name="connsiteY467" fmla="*/ 60878 h 136362"/>
                <a:gd name="connsiteX468" fmla="*/ 125835 w 1890036"/>
                <a:gd name="connsiteY468" fmla="*/ 43567 h 136362"/>
                <a:gd name="connsiteX469" fmla="*/ 140612 w 1890036"/>
                <a:gd name="connsiteY469" fmla="*/ 60878 h 136362"/>
                <a:gd name="connsiteX470" fmla="*/ 140612 w 1890036"/>
                <a:gd name="connsiteY470" fmla="*/ 61443 h 136362"/>
                <a:gd name="connsiteX471" fmla="*/ 159290 w 1890036"/>
                <a:gd name="connsiteY471" fmla="*/ 71136 h 136362"/>
                <a:gd name="connsiteX472" fmla="*/ 159290 w 1890036"/>
                <a:gd name="connsiteY472" fmla="*/ 63269 h 136362"/>
                <a:gd name="connsiteX473" fmla="*/ 125835 w 1890036"/>
                <a:gd name="connsiteY473" fmla="*/ 27556 h 136362"/>
                <a:gd name="connsiteX474" fmla="*/ 92090 w 1890036"/>
                <a:gd name="connsiteY474" fmla="*/ 63269 h 136362"/>
                <a:gd name="connsiteX475" fmla="*/ 92090 w 1890036"/>
                <a:gd name="connsiteY475" fmla="*/ 73658 h 136362"/>
                <a:gd name="connsiteX476" fmla="*/ 126110 w 1890036"/>
                <a:gd name="connsiteY476" fmla="*/ 108951 h 136362"/>
                <a:gd name="connsiteX477" fmla="*/ 153392 w 1890036"/>
                <a:gd name="connsiteY477" fmla="*/ 106560 h 136362"/>
                <a:gd name="connsiteX478" fmla="*/ 156348 w 1890036"/>
                <a:gd name="connsiteY478" fmla="*/ 102909 h 136362"/>
                <a:gd name="connsiteX479" fmla="*/ 156348 w 1890036"/>
                <a:gd name="connsiteY479" fmla="*/ 93636 h 136362"/>
                <a:gd name="connsiteX480" fmla="*/ 153812 w 1890036"/>
                <a:gd name="connsiteY480" fmla="*/ 91534 h 136362"/>
                <a:gd name="connsiteX481" fmla="*/ 153392 w 1890036"/>
                <a:gd name="connsiteY481" fmla="*/ 91534 h 136362"/>
                <a:gd name="connsiteX482" fmla="*/ 127529 w 1890036"/>
                <a:gd name="connsiteY482" fmla="*/ 92940 h 136362"/>
                <a:gd name="connsiteX483" fmla="*/ 110637 w 1890036"/>
                <a:gd name="connsiteY483" fmla="*/ 75064 h 136362"/>
                <a:gd name="connsiteX484" fmla="*/ 110637 w 1890036"/>
                <a:gd name="connsiteY484" fmla="*/ 74643 h 136362"/>
                <a:gd name="connsiteX485" fmla="*/ 156479 w 1890036"/>
                <a:gd name="connsiteY485" fmla="*/ 74643 h 136362"/>
                <a:gd name="connsiteX486" fmla="*/ 159290 w 1890036"/>
                <a:gd name="connsiteY486" fmla="*/ 71136 h 136362"/>
                <a:gd name="connsiteX487" fmla="*/ 56100 w 1890036"/>
                <a:gd name="connsiteY487" fmla="*/ 65935 h 136362"/>
                <a:gd name="connsiteX488" fmla="*/ 31340 w 1890036"/>
                <a:gd name="connsiteY488" fmla="*/ 92519 h 136362"/>
                <a:gd name="connsiteX489" fmla="*/ 19519 w 1890036"/>
                <a:gd name="connsiteY489" fmla="*/ 92099 h 136362"/>
                <a:gd name="connsiteX490" fmla="*/ 19519 w 1890036"/>
                <a:gd name="connsiteY490" fmla="*/ 19098 h 136362"/>
                <a:gd name="connsiteX491" fmla="*/ 31340 w 1890036"/>
                <a:gd name="connsiteY491" fmla="*/ 18677 h 136362"/>
                <a:gd name="connsiteX492" fmla="*/ 56100 w 1890036"/>
                <a:gd name="connsiteY492" fmla="*/ 45261 h 136362"/>
                <a:gd name="connsiteX493" fmla="*/ 56100 w 1890036"/>
                <a:gd name="connsiteY493" fmla="*/ 65935 h 136362"/>
                <a:gd name="connsiteX494" fmla="*/ 75488 w 1890036"/>
                <a:gd name="connsiteY494" fmla="*/ 65935 h 136362"/>
                <a:gd name="connsiteX495" fmla="*/ 75488 w 1890036"/>
                <a:gd name="connsiteY495" fmla="*/ 45261 h 136362"/>
                <a:gd name="connsiteX496" fmla="*/ 31340 w 1890036"/>
                <a:gd name="connsiteY496" fmla="*/ 2246 h 136362"/>
                <a:gd name="connsiteX497" fmla="*/ 3652 w 1890036"/>
                <a:gd name="connsiteY497" fmla="*/ 3927 h 136362"/>
                <a:gd name="connsiteX498" fmla="*/ 0 w 1890036"/>
                <a:gd name="connsiteY498" fmla="*/ 8288 h 136362"/>
                <a:gd name="connsiteX499" fmla="*/ 0 w 1890036"/>
                <a:gd name="connsiteY499" fmla="*/ 102909 h 136362"/>
                <a:gd name="connsiteX500" fmla="*/ 3652 w 1890036"/>
                <a:gd name="connsiteY500" fmla="*/ 107269 h 136362"/>
                <a:gd name="connsiteX501" fmla="*/ 31340 w 1890036"/>
                <a:gd name="connsiteY501" fmla="*/ 108951 h 136362"/>
                <a:gd name="connsiteX502" fmla="*/ 75488 w 1890036"/>
                <a:gd name="connsiteY502" fmla="*/ 65935 h 1363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Lst>
              <a:rect l="l" t="t" r="r" b="b"/>
              <a:pathLst>
                <a:path w="1890036" h="136362">
                  <a:moveTo>
                    <a:pt x="1871359" y="61443"/>
                  </a:moveTo>
                  <a:lnTo>
                    <a:pt x="1841529" y="61443"/>
                  </a:lnTo>
                  <a:lnTo>
                    <a:pt x="1841529" y="60878"/>
                  </a:lnTo>
                  <a:cubicBezTo>
                    <a:pt x="1841529" y="49767"/>
                    <a:pt x="1847860" y="43567"/>
                    <a:pt x="1856582" y="43567"/>
                  </a:cubicBezTo>
                  <a:cubicBezTo>
                    <a:pt x="1865304" y="43567"/>
                    <a:pt x="1871359" y="49898"/>
                    <a:pt x="1871359" y="60878"/>
                  </a:cubicBezTo>
                  <a:lnTo>
                    <a:pt x="1871359" y="61443"/>
                  </a:lnTo>
                  <a:close/>
                  <a:moveTo>
                    <a:pt x="1890037" y="71136"/>
                  </a:moveTo>
                  <a:lnTo>
                    <a:pt x="1890037" y="63269"/>
                  </a:lnTo>
                  <a:cubicBezTo>
                    <a:pt x="1890037" y="42306"/>
                    <a:pt x="1878242" y="27556"/>
                    <a:pt x="1856582" y="27556"/>
                  </a:cubicBezTo>
                  <a:cubicBezTo>
                    <a:pt x="1835066" y="27556"/>
                    <a:pt x="1822838" y="41321"/>
                    <a:pt x="1822838" y="63269"/>
                  </a:cubicBezTo>
                  <a:lnTo>
                    <a:pt x="1822838" y="73658"/>
                  </a:lnTo>
                  <a:cubicBezTo>
                    <a:pt x="1822838" y="101359"/>
                    <a:pt x="1842790" y="108951"/>
                    <a:pt x="1856858" y="108951"/>
                  </a:cubicBezTo>
                  <a:cubicBezTo>
                    <a:pt x="1869520" y="108951"/>
                    <a:pt x="1875010" y="108241"/>
                    <a:pt x="1884139" y="106560"/>
                  </a:cubicBezTo>
                  <a:cubicBezTo>
                    <a:pt x="1886661" y="106140"/>
                    <a:pt x="1887082" y="105155"/>
                    <a:pt x="1887082" y="102909"/>
                  </a:cubicBezTo>
                  <a:lnTo>
                    <a:pt x="1887082" y="93636"/>
                  </a:lnTo>
                  <a:cubicBezTo>
                    <a:pt x="1887082" y="92230"/>
                    <a:pt x="1885965" y="91534"/>
                    <a:pt x="1884560" y="91534"/>
                  </a:cubicBezTo>
                  <a:lnTo>
                    <a:pt x="1884139" y="91534"/>
                  </a:lnTo>
                  <a:cubicBezTo>
                    <a:pt x="1878242" y="92099"/>
                    <a:pt x="1868535" y="92940"/>
                    <a:pt x="1858263" y="92940"/>
                  </a:cubicBezTo>
                  <a:cubicBezTo>
                    <a:pt x="1844760" y="92940"/>
                    <a:pt x="1841384" y="83233"/>
                    <a:pt x="1841384" y="75064"/>
                  </a:cubicBezTo>
                  <a:lnTo>
                    <a:pt x="1841384" y="74643"/>
                  </a:lnTo>
                  <a:lnTo>
                    <a:pt x="1887226" y="74643"/>
                  </a:lnTo>
                  <a:cubicBezTo>
                    <a:pt x="1889196" y="74643"/>
                    <a:pt x="1890037" y="73382"/>
                    <a:pt x="1890037" y="71136"/>
                  </a:cubicBezTo>
                  <a:moveTo>
                    <a:pt x="1789934" y="114310"/>
                  </a:moveTo>
                  <a:cubicBezTo>
                    <a:pt x="1789934" y="119366"/>
                    <a:pt x="1787544" y="122322"/>
                    <a:pt x="1774041" y="122322"/>
                  </a:cubicBezTo>
                  <a:cubicBezTo>
                    <a:pt x="1760814" y="122322"/>
                    <a:pt x="1757293" y="118815"/>
                    <a:pt x="1757293" y="113036"/>
                  </a:cubicBezTo>
                  <a:lnTo>
                    <a:pt x="1757293" y="111775"/>
                  </a:lnTo>
                  <a:cubicBezTo>
                    <a:pt x="1757293" y="106705"/>
                    <a:pt x="1758712" y="104879"/>
                    <a:pt x="1760814" y="101924"/>
                  </a:cubicBezTo>
                  <a:lnTo>
                    <a:pt x="1773331" y="104879"/>
                  </a:lnTo>
                  <a:cubicBezTo>
                    <a:pt x="1788108" y="108399"/>
                    <a:pt x="1789934" y="110225"/>
                    <a:pt x="1789934" y="113324"/>
                  </a:cubicBezTo>
                  <a:lnTo>
                    <a:pt x="1789934" y="114310"/>
                  </a:lnTo>
                  <a:close/>
                  <a:moveTo>
                    <a:pt x="1788397" y="55808"/>
                  </a:moveTo>
                  <a:cubicBezTo>
                    <a:pt x="1788397" y="62849"/>
                    <a:pt x="1785022" y="66920"/>
                    <a:pt x="1773344" y="66920"/>
                  </a:cubicBezTo>
                  <a:cubicBezTo>
                    <a:pt x="1760249" y="66920"/>
                    <a:pt x="1758147" y="61010"/>
                    <a:pt x="1758147" y="55808"/>
                  </a:cubicBezTo>
                  <a:lnTo>
                    <a:pt x="1758147" y="54679"/>
                  </a:lnTo>
                  <a:cubicBezTo>
                    <a:pt x="1758147" y="48072"/>
                    <a:pt x="1761378" y="42727"/>
                    <a:pt x="1773331" y="42727"/>
                  </a:cubicBezTo>
                  <a:cubicBezTo>
                    <a:pt x="1785442" y="42727"/>
                    <a:pt x="1788397" y="47928"/>
                    <a:pt x="1788397" y="54679"/>
                  </a:cubicBezTo>
                  <a:lnTo>
                    <a:pt x="1788397" y="55808"/>
                  </a:lnTo>
                  <a:close/>
                  <a:moveTo>
                    <a:pt x="1810031" y="38235"/>
                  </a:moveTo>
                  <a:lnTo>
                    <a:pt x="1810031" y="32337"/>
                  </a:lnTo>
                  <a:cubicBezTo>
                    <a:pt x="1810031" y="30222"/>
                    <a:pt x="1808336" y="28541"/>
                    <a:pt x="1806235" y="28541"/>
                  </a:cubicBezTo>
                  <a:lnTo>
                    <a:pt x="1773331" y="28541"/>
                  </a:lnTo>
                  <a:cubicBezTo>
                    <a:pt x="1749005" y="28541"/>
                    <a:pt x="1739876" y="40336"/>
                    <a:pt x="1739876" y="54403"/>
                  </a:cubicBezTo>
                  <a:lnTo>
                    <a:pt x="1739876" y="55388"/>
                  </a:lnTo>
                  <a:cubicBezTo>
                    <a:pt x="1739876" y="62428"/>
                    <a:pt x="1741426" y="67485"/>
                    <a:pt x="1745642" y="71846"/>
                  </a:cubicBezTo>
                  <a:cubicBezTo>
                    <a:pt x="1741846" y="74512"/>
                    <a:pt x="1740021" y="78860"/>
                    <a:pt x="1740021" y="83220"/>
                  </a:cubicBezTo>
                  <a:lnTo>
                    <a:pt x="1740021" y="83365"/>
                  </a:lnTo>
                  <a:cubicBezTo>
                    <a:pt x="1740021" y="88421"/>
                    <a:pt x="1742411" y="93347"/>
                    <a:pt x="1746339" y="96302"/>
                  </a:cubicBezTo>
                  <a:cubicBezTo>
                    <a:pt x="1741846" y="100387"/>
                    <a:pt x="1739180" y="106009"/>
                    <a:pt x="1739180" y="111775"/>
                  </a:cubicBezTo>
                  <a:lnTo>
                    <a:pt x="1739180" y="113036"/>
                  </a:lnTo>
                  <a:cubicBezTo>
                    <a:pt x="1739180" y="127799"/>
                    <a:pt x="1751264" y="136362"/>
                    <a:pt x="1774041" y="136362"/>
                  </a:cubicBezTo>
                  <a:cubicBezTo>
                    <a:pt x="1797947" y="136362"/>
                    <a:pt x="1808481" y="128639"/>
                    <a:pt x="1808481" y="114310"/>
                  </a:cubicBezTo>
                  <a:lnTo>
                    <a:pt x="1808481" y="113324"/>
                  </a:lnTo>
                  <a:cubicBezTo>
                    <a:pt x="1808481" y="98272"/>
                    <a:pt x="1796121" y="95317"/>
                    <a:pt x="1776996" y="90812"/>
                  </a:cubicBezTo>
                  <a:lnTo>
                    <a:pt x="1760393" y="86872"/>
                  </a:lnTo>
                  <a:cubicBezTo>
                    <a:pt x="1757162" y="86175"/>
                    <a:pt x="1755612" y="85046"/>
                    <a:pt x="1755612" y="82235"/>
                  </a:cubicBezTo>
                  <a:cubicBezTo>
                    <a:pt x="1755612" y="80974"/>
                    <a:pt x="1756321" y="79700"/>
                    <a:pt x="1758003" y="78584"/>
                  </a:cubicBezTo>
                  <a:cubicBezTo>
                    <a:pt x="1760814" y="79700"/>
                    <a:pt x="1765884" y="80974"/>
                    <a:pt x="1773344" y="80974"/>
                  </a:cubicBezTo>
                  <a:cubicBezTo>
                    <a:pt x="1794571" y="80974"/>
                    <a:pt x="1806655" y="72962"/>
                    <a:pt x="1806655" y="55388"/>
                  </a:cubicBezTo>
                  <a:lnTo>
                    <a:pt x="1806655" y="54403"/>
                  </a:lnTo>
                  <a:cubicBezTo>
                    <a:pt x="1806655" y="49478"/>
                    <a:pt x="1805394" y="46378"/>
                    <a:pt x="1803148" y="43147"/>
                  </a:cubicBezTo>
                  <a:lnTo>
                    <a:pt x="1807785" y="41321"/>
                  </a:lnTo>
                  <a:cubicBezTo>
                    <a:pt x="1809466" y="40612"/>
                    <a:pt x="1810031" y="40336"/>
                    <a:pt x="1810031" y="38235"/>
                  </a:cubicBezTo>
                  <a:moveTo>
                    <a:pt x="1702060" y="92795"/>
                  </a:moveTo>
                  <a:cubicBezTo>
                    <a:pt x="1699380" y="93360"/>
                    <a:pt x="1693614" y="93780"/>
                    <a:pt x="1688544" y="93780"/>
                  </a:cubicBezTo>
                  <a:cubicBezTo>
                    <a:pt x="1676447" y="93780"/>
                    <a:pt x="1673491" y="85204"/>
                    <a:pt x="1673491" y="73671"/>
                  </a:cubicBezTo>
                  <a:lnTo>
                    <a:pt x="1673491" y="62835"/>
                  </a:lnTo>
                  <a:cubicBezTo>
                    <a:pt x="1673491" y="51303"/>
                    <a:pt x="1676447" y="42727"/>
                    <a:pt x="1688544" y="42727"/>
                  </a:cubicBezTo>
                  <a:cubicBezTo>
                    <a:pt x="1691920" y="42727"/>
                    <a:pt x="1698120" y="43147"/>
                    <a:pt x="1702060" y="43712"/>
                  </a:cubicBezTo>
                  <a:lnTo>
                    <a:pt x="1702060" y="92795"/>
                  </a:lnTo>
                  <a:close/>
                  <a:moveTo>
                    <a:pt x="1720594" y="101503"/>
                  </a:moveTo>
                  <a:lnTo>
                    <a:pt x="1720594" y="3651"/>
                  </a:lnTo>
                  <a:cubicBezTo>
                    <a:pt x="1720594" y="2102"/>
                    <a:pt x="1719333" y="841"/>
                    <a:pt x="1717796" y="841"/>
                  </a:cubicBezTo>
                  <a:lnTo>
                    <a:pt x="1704871" y="841"/>
                  </a:lnTo>
                  <a:cubicBezTo>
                    <a:pt x="1703321" y="841"/>
                    <a:pt x="1702060" y="2102"/>
                    <a:pt x="1702060" y="3651"/>
                  </a:cubicBezTo>
                  <a:lnTo>
                    <a:pt x="1702060" y="28541"/>
                  </a:lnTo>
                  <a:cubicBezTo>
                    <a:pt x="1696845" y="27832"/>
                    <a:pt x="1691920" y="27556"/>
                    <a:pt x="1688544" y="27556"/>
                  </a:cubicBezTo>
                  <a:cubicBezTo>
                    <a:pt x="1665912" y="27556"/>
                    <a:pt x="1654944" y="40901"/>
                    <a:pt x="1654944" y="62835"/>
                  </a:cubicBezTo>
                  <a:lnTo>
                    <a:pt x="1654944" y="73671"/>
                  </a:lnTo>
                  <a:cubicBezTo>
                    <a:pt x="1654944" y="95606"/>
                    <a:pt x="1665912" y="108951"/>
                    <a:pt x="1688544" y="108951"/>
                  </a:cubicBezTo>
                  <a:cubicBezTo>
                    <a:pt x="1697555" y="108951"/>
                    <a:pt x="1708102" y="107545"/>
                    <a:pt x="1716811" y="105299"/>
                  </a:cubicBezTo>
                  <a:cubicBezTo>
                    <a:pt x="1720042" y="104459"/>
                    <a:pt x="1720594" y="103618"/>
                    <a:pt x="1720594" y="101503"/>
                  </a:cubicBezTo>
                  <a:moveTo>
                    <a:pt x="1621069" y="61443"/>
                  </a:moveTo>
                  <a:lnTo>
                    <a:pt x="1591239" y="61443"/>
                  </a:lnTo>
                  <a:lnTo>
                    <a:pt x="1591239" y="60878"/>
                  </a:lnTo>
                  <a:cubicBezTo>
                    <a:pt x="1591239" y="49767"/>
                    <a:pt x="1597570" y="43567"/>
                    <a:pt x="1606292" y="43567"/>
                  </a:cubicBezTo>
                  <a:cubicBezTo>
                    <a:pt x="1615014" y="43567"/>
                    <a:pt x="1621069" y="49898"/>
                    <a:pt x="1621069" y="60878"/>
                  </a:cubicBezTo>
                  <a:lnTo>
                    <a:pt x="1621069" y="61443"/>
                  </a:lnTo>
                  <a:close/>
                  <a:moveTo>
                    <a:pt x="1639747" y="71136"/>
                  </a:moveTo>
                  <a:lnTo>
                    <a:pt x="1639747" y="63269"/>
                  </a:lnTo>
                  <a:cubicBezTo>
                    <a:pt x="1639747" y="42306"/>
                    <a:pt x="1627952" y="27556"/>
                    <a:pt x="1606292" y="27556"/>
                  </a:cubicBezTo>
                  <a:cubicBezTo>
                    <a:pt x="1584776" y="27556"/>
                    <a:pt x="1572548" y="41321"/>
                    <a:pt x="1572548" y="63269"/>
                  </a:cubicBezTo>
                  <a:lnTo>
                    <a:pt x="1572548" y="73658"/>
                  </a:lnTo>
                  <a:cubicBezTo>
                    <a:pt x="1572548" y="101359"/>
                    <a:pt x="1592500" y="108951"/>
                    <a:pt x="1606568" y="108951"/>
                  </a:cubicBezTo>
                  <a:cubicBezTo>
                    <a:pt x="1619230" y="108951"/>
                    <a:pt x="1624720" y="108241"/>
                    <a:pt x="1633849" y="106560"/>
                  </a:cubicBezTo>
                  <a:cubicBezTo>
                    <a:pt x="1636371" y="106140"/>
                    <a:pt x="1636792" y="105155"/>
                    <a:pt x="1636792" y="102909"/>
                  </a:cubicBezTo>
                  <a:lnTo>
                    <a:pt x="1636792" y="93636"/>
                  </a:lnTo>
                  <a:cubicBezTo>
                    <a:pt x="1636792" y="92230"/>
                    <a:pt x="1635675" y="91534"/>
                    <a:pt x="1634270" y="91534"/>
                  </a:cubicBezTo>
                  <a:lnTo>
                    <a:pt x="1633849" y="91534"/>
                  </a:lnTo>
                  <a:cubicBezTo>
                    <a:pt x="1627952" y="92099"/>
                    <a:pt x="1618245" y="92940"/>
                    <a:pt x="1607973" y="92940"/>
                  </a:cubicBezTo>
                  <a:cubicBezTo>
                    <a:pt x="1594470" y="92940"/>
                    <a:pt x="1591094" y="83233"/>
                    <a:pt x="1591094" y="75064"/>
                  </a:cubicBezTo>
                  <a:lnTo>
                    <a:pt x="1591094" y="74643"/>
                  </a:lnTo>
                  <a:lnTo>
                    <a:pt x="1636936" y="74643"/>
                  </a:lnTo>
                  <a:cubicBezTo>
                    <a:pt x="1638906" y="74643"/>
                    <a:pt x="1639747" y="73382"/>
                    <a:pt x="1639747" y="71136"/>
                  </a:cubicBezTo>
                  <a:moveTo>
                    <a:pt x="1553830" y="104879"/>
                  </a:moveTo>
                  <a:lnTo>
                    <a:pt x="1553830" y="3651"/>
                  </a:lnTo>
                  <a:cubicBezTo>
                    <a:pt x="1553830" y="2102"/>
                    <a:pt x="1552714" y="841"/>
                    <a:pt x="1551164" y="841"/>
                  </a:cubicBezTo>
                  <a:lnTo>
                    <a:pt x="1538107" y="841"/>
                  </a:lnTo>
                  <a:cubicBezTo>
                    <a:pt x="1536557" y="841"/>
                    <a:pt x="1535296" y="2102"/>
                    <a:pt x="1535296" y="3651"/>
                  </a:cubicBezTo>
                  <a:lnTo>
                    <a:pt x="1535296" y="104879"/>
                  </a:lnTo>
                  <a:cubicBezTo>
                    <a:pt x="1535296" y="106416"/>
                    <a:pt x="1536557" y="107821"/>
                    <a:pt x="1538107" y="107821"/>
                  </a:cubicBezTo>
                  <a:lnTo>
                    <a:pt x="1551164" y="107821"/>
                  </a:lnTo>
                  <a:cubicBezTo>
                    <a:pt x="1552714" y="107821"/>
                    <a:pt x="1553830" y="106416"/>
                    <a:pt x="1553830" y="104879"/>
                  </a:cubicBezTo>
                  <a:moveTo>
                    <a:pt x="1519679" y="31352"/>
                  </a:moveTo>
                  <a:cubicBezTo>
                    <a:pt x="1519679" y="29802"/>
                    <a:pt x="1518418" y="28541"/>
                    <a:pt x="1516868" y="28541"/>
                  </a:cubicBezTo>
                  <a:lnTo>
                    <a:pt x="1503220" y="28541"/>
                  </a:lnTo>
                  <a:cubicBezTo>
                    <a:pt x="1501815" y="28541"/>
                    <a:pt x="1500830" y="29802"/>
                    <a:pt x="1500698" y="31076"/>
                  </a:cubicBezTo>
                  <a:lnTo>
                    <a:pt x="1491832" y="90536"/>
                  </a:lnTo>
                  <a:cubicBezTo>
                    <a:pt x="1491701" y="91797"/>
                    <a:pt x="1491412" y="92506"/>
                    <a:pt x="1491136" y="92506"/>
                  </a:cubicBezTo>
                  <a:cubicBezTo>
                    <a:pt x="1490847" y="92506"/>
                    <a:pt x="1490427" y="91942"/>
                    <a:pt x="1490151" y="90536"/>
                  </a:cubicBezTo>
                  <a:lnTo>
                    <a:pt x="1478474" y="43304"/>
                  </a:lnTo>
                  <a:cubicBezTo>
                    <a:pt x="1477068" y="37814"/>
                    <a:pt x="1475387" y="37249"/>
                    <a:pt x="1470606" y="37249"/>
                  </a:cubicBezTo>
                  <a:lnTo>
                    <a:pt x="1460754" y="37249"/>
                  </a:lnTo>
                  <a:cubicBezTo>
                    <a:pt x="1455973" y="37249"/>
                    <a:pt x="1454292" y="37814"/>
                    <a:pt x="1452887" y="43304"/>
                  </a:cubicBezTo>
                  <a:lnTo>
                    <a:pt x="1441209" y="90536"/>
                  </a:lnTo>
                  <a:cubicBezTo>
                    <a:pt x="1440934" y="91942"/>
                    <a:pt x="1440513" y="92506"/>
                    <a:pt x="1440224" y="92506"/>
                  </a:cubicBezTo>
                  <a:cubicBezTo>
                    <a:pt x="1439948" y="92506"/>
                    <a:pt x="1439673" y="91797"/>
                    <a:pt x="1439528" y="90536"/>
                  </a:cubicBezTo>
                  <a:lnTo>
                    <a:pt x="1430662" y="31076"/>
                  </a:lnTo>
                  <a:cubicBezTo>
                    <a:pt x="1430531" y="29802"/>
                    <a:pt x="1429545" y="28541"/>
                    <a:pt x="1428140" y="28541"/>
                  </a:cubicBezTo>
                  <a:lnTo>
                    <a:pt x="1414493" y="28541"/>
                  </a:lnTo>
                  <a:cubicBezTo>
                    <a:pt x="1412956" y="28541"/>
                    <a:pt x="1411682" y="29802"/>
                    <a:pt x="1411682" y="31352"/>
                  </a:cubicBezTo>
                  <a:lnTo>
                    <a:pt x="1411682" y="31772"/>
                  </a:lnTo>
                  <a:lnTo>
                    <a:pt x="1424475" y="96434"/>
                  </a:lnTo>
                  <a:cubicBezTo>
                    <a:pt x="1426170" y="104879"/>
                    <a:pt x="1428416" y="108241"/>
                    <a:pt x="1436993" y="108241"/>
                  </a:cubicBezTo>
                  <a:lnTo>
                    <a:pt x="1440789" y="108241"/>
                  </a:lnTo>
                  <a:cubicBezTo>
                    <a:pt x="1448381" y="108241"/>
                    <a:pt x="1452322" y="104590"/>
                    <a:pt x="1454148" y="97287"/>
                  </a:cubicBezTo>
                  <a:lnTo>
                    <a:pt x="1465260" y="54259"/>
                  </a:lnTo>
                  <a:cubicBezTo>
                    <a:pt x="1465404" y="53707"/>
                    <a:pt x="1465404" y="53562"/>
                    <a:pt x="1465680" y="53562"/>
                  </a:cubicBezTo>
                  <a:cubicBezTo>
                    <a:pt x="1465956" y="53562"/>
                    <a:pt x="1465956" y="53707"/>
                    <a:pt x="1466100" y="54259"/>
                  </a:cubicBezTo>
                  <a:lnTo>
                    <a:pt x="1477213" y="97287"/>
                  </a:lnTo>
                  <a:cubicBezTo>
                    <a:pt x="1479039" y="104590"/>
                    <a:pt x="1482979" y="108241"/>
                    <a:pt x="1490571" y="108241"/>
                  </a:cubicBezTo>
                  <a:lnTo>
                    <a:pt x="1494367" y="108241"/>
                  </a:lnTo>
                  <a:cubicBezTo>
                    <a:pt x="1502945" y="108241"/>
                    <a:pt x="1505191" y="104879"/>
                    <a:pt x="1506885" y="96434"/>
                  </a:cubicBezTo>
                  <a:lnTo>
                    <a:pt x="1519679" y="31772"/>
                  </a:lnTo>
                  <a:lnTo>
                    <a:pt x="1519679" y="31352"/>
                  </a:lnTo>
                  <a:close/>
                  <a:moveTo>
                    <a:pt x="1382889" y="73947"/>
                  </a:moveTo>
                  <a:cubicBezTo>
                    <a:pt x="1382889" y="85479"/>
                    <a:pt x="1377688" y="92940"/>
                    <a:pt x="1367837" y="92940"/>
                  </a:cubicBezTo>
                  <a:cubicBezTo>
                    <a:pt x="1357985" y="92940"/>
                    <a:pt x="1352784" y="85479"/>
                    <a:pt x="1352784" y="73947"/>
                  </a:cubicBezTo>
                  <a:lnTo>
                    <a:pt x="1352784" y="62560"/>
                  </a:lnTo>
                  <a:cubicBezTo>
                    <a:pt x="1352784" y="51028"/>
                    <a:pt x="1357985" y="43567"/>
                    <a:pt x="1367837" y="43567"/>
                  </a:cubicBezTo>
                  <a:cubicBezTo>
                    <a:pt x="1377688" y="43567"/>
                    <a:pt x="1382889" y="51028"/>
                    <a:pt x="1382889" y="62560"/>
                  </a:cubicBezTo>
                  <a:lnTo>
                    <a:pt x="1382889" y="73947"/>
                  </a:lnTo>
                  <a:close/>
                  <a:moveTo>
                    <a:pt x="1401436" y="73947"/>
                  </a:moveTo>
                  <a:lnTo>
                    <a:pt x="1401436" y="62560"/>
                  </a:lnTo>
                  <a:cubicBezTo>
                    <a:pt x="1401436" y="42438"/>
                    <a:pt x="1389917" y="27556"/>
                    <a:pt x="1367837" y="27556"/>
                  </a:cubicBezTo>
                  <a:cubicBezTo>
                    <a:pt x="1345756" y="27556"/>
                    <a:pt x="1334237" y="42438"/>
                    <a:pt x="1334237" y="62560"/>
                  </a:cubicBezTo>
                  <a:lnTo>
                    <a:pt x="1334237" y="73947"/>
                  </a:lnTo>
                  <a:cubicBezTo>
                    <a:pt x="1334237" y="94056"/>
                    <a:pt x="1345756" y="108951"/>
                    <a:pt x="1367837" y="108951"/>
                  </a:cubicBezTo>
                  <a:cubicBezTo>
                    <a:pt x="1389917" y="108951"/>
                    <a:pt x="1401436" y="94056"/>
                    <a:pt x="1401436" y="73947"/>
                  </a:cubicBezTo>
                  <a:moveTo>
                    <a:pt x="1316215" y="104866"/>
                  </a:moveTo>
                  <a:lnTo>
                    <a:pt x="1316215" y="59040"/>
                  </a:lnTo>
                  <a:cubicBezTo>
                    <a:pt x="1316215" y="41177"/>
                    <a:pt x="1312148" y="27556"/>
                    <a:pt x="1291919" y="27556"/>
                  </a:cubicBezTo>
                  <a:cubicBezTo>
                    <a:pt x="1282633" y="27556"/>
                    <a:pt x="1277274" y="29106"/>
                    <a:pt x="1269117" y="34294"/>
                  </a:cubicBezTo>
                  <a:lnTo>
                    <a:pt x="1269117" y="31352"/>
                  </a:lnTo>
                  <a:cubicBezTo>
                    <a:pt x="1269117" y="29802"/>
                    <a:pt x="1267856" y="28541"/>
                    <a:pt x="1266306" y="28541"/>
                  </a:cubicBezTo>
                  <a:lnTo>
                    <a:pt x="1254090" y="28541"/>
                  </a:lnTo>
                  <a:cubicBezTo>
                    <a:pt x="1252540" y="28541"/>
                    <a:pt x="1251279" y="29802"/>
                    <a:pt x="1251279" y="31352"/>
                  </a:cubicBezTo>
                  <a:lnTo>
                    <a:pt x="1251279" y="104879"/>
                  </a:lnTo>
                  <a:cubicBezTo>
                    <a:pt x="1251279" y="106416"/>
                    <a:pt x="1252540" y="107821"/>
                    <a:pt x="1254090" y="107821"/>
                  </a:cubicBezTo>
                  <a:lnTo>
                    <a:pt x="1267015" y="107821"/>
                  </a:lnTo>
                  <a:cubicBezTo>
                    <a:pt x="1268565" y="107821"/>
                    <a:pt x="1269826" y="106416"/>
                    <a:pt x="1269826" y="104879"/>
                  </a:cubicBezTo>
                  <a:lnTo>
                    <a:pt x="1269826" y="48361"/>
                  </a:lnTo>
                  <a:cubicBezTo>
                    <a:pt x="1275737" y="45248"/>
                    <a:pt x="1280938" y="43291"/>
                    <a:pt x="1285720" y="43291"/>
                  </a:cubicBezTo>
                  <a:cubicBezTo>
                    <a:pt x="1296556" y="43291"/>
                    <a:pt x="1297686" y="46798"/>
                    <a:pt x="1297686" y="59040"/>
                  </a:cubicBezTo>
                  <a:lnTo>
                    <a:pt x="1297686" y="104866"/>
                  </a:lnTo>
                  <a:cubicBezTo>
                    <a:pt x="1297686" y="106416"/>
                    <a:pt x="1298947" y="107821"/>
                    <a:pt x="1300497" y="107821"/>
                  </a:cubicBezTo>
                  <a:lnTo>
                    <a:pt x="1313422" y="107821"/>
                  </a:lnTo>
                  <a:cubicBezTo>
                    <a:pt x="1314955" y="107821"/>
                    <a:pt x="1316215" y="106416"/>
                    <a:pt x="1316215" y="104866"/>
                  </a:cubicBezTo>
                  <a:moveTo>
                    <a:pt x="1236082" y="106560"/>
                  </a:moveTo>
                  <a:cubicBezTo>
                    <a:pt x="1236082" y="106140"/>
                    <a:pt x="1235793" y="105575"/>
                    <a:pt x="1235373" y="104879"/>
                  </a:cubicBezTo>
                  <a:lnTo>
                    <a:pt x="1199093" y="53983"/>
                  </a:lnTo>
                  <a:lnTo>
                    <a:pt x="1235097" y="7447"/>
                  </a:lnTo>
                  <a:cubicBezTo>
                    <a:pt x="1235662" y="6751"/>
                    <a:pt x="1236082" y="5897"/>
                    <a:pt x="1236082" y="5201"/>
                  </a:cubicBezTo>
                  <a:cubicBezTo>
                    <a:pt x="1236082" y="4216"/>
                    <a:pt x="1235228" y="3507"/>
                    <a:pt x="1233402" y="3507"/>
                  </a:cubicBezTo>
                  <a:lnTo>
                    <a:pt x="1217377" y="3507"/>
                  </a:lnTo>
                  <a:cubicBezTo>
                    <a:pt x="1215828" y="3507"/>
                    <a:pt x="1214842" y="3651"/>
                    <a:pt x="1214146" y="4636"/>
                  </a:cubicBezTo>
                  <a:lnTo>
                    <a:pt x="1179693" y="50883"/>
                  </a:lnTo>
                  <a:lnTo>
                    <a:pt x="1179693" y="6186"/>
                  </a:lnTo>
                  <a:cubicBezTo>
                    <a:pt x="1179693" y="4636"/>
                    <a:pt x="1178432" y="3507"/>
                    <a:pt x="1176882" y="3507"/>
                  </a:cubicBezTo>
                  <a:lnTo>
                    <a:pt x="1162972" y="3507"/>
                  </a:lnTo>
                  <a:cubicBezTo>
                    <a:pt x="1161422" y="3507"/>
                    <a:pt x="1160161" y="4636"/>
                    <a:pt x="1160161" y="6186"/>
                  </a:cubicBezTo>
                  <a:lnTo>
                    <a:pt x="1160161" y="105010"/>
                  </a:lnTo>
                  <a:cubicBezTo>
                    <a:pt x="1160161" y="106560"/>
                    <a:pt x="1161422" y="107821"/>
                    <a:pt x="1162972" y="107821"/>
                  </a:cubicBezTo>
                  <a:lnTo>
                    <a:pt x="1176882" y="107821"/>
                  </a:lnTo>
                  <a:cubicBezTo>
                    <a:pt x="1178432" y="107821"/>
                    <a:pt x="1179693" y="106560"/>
                    <a:pt x="1179693" y="105010"/>
                  </a:cubicBezTo>
                  <a:lnTo>
                    <a:pt x="1179693" y="58343"/>
                  </a:lnTo>
                  <a:lnTo>
                    <a:pt x="1211887" y="106284"/>
                  </a:lnTo>
                  <a:cubicBezTo>
                    <a:pt x="1212596" y="107401"/>
                    <a:pt x="1213437" y="107821"/>
                    <a:pt x="1215131" y="107821"/>
                  </a:cubicBezTo>
                  <a:lnTo>
                    <a:pt x="1233967" y="107821"/>
                  </a:lnTo>
                  <a:cubicBezTo>
                    <a:pt x="1235373" y="107821"/>
                    <a:pt x="1236082" y="107401"/>
                    <a:pt x="1236082" y="106560"/>
                  </a:cubicBezTo>
                  <a:moveTo>
                    <a:pt x="1084792" y="61443"/>
                  </a:moveTo>
                  <a:lnTo>
                    <a:pt x="1054975" y="61443"/>
                  </a:lnTo>
                  <a:lnTo>
                    <a:pt x="1054975" y="60878"/>
                  </a:lnTo>
                  <a:cubicBezTo>
                    <a:pt x="1054975" y="49767"/>
                    <a:pt x="1061306" y="43567"/>
                    <a:pt x="1070028" y="43567"/>
                  </a:cubicBezTo>
                  <a:cubicBezTo>
                    <a:pt x="1078749" y="43567"/>
                    <a:pt x="1084792" y="49898"/>
                    <a:pt x="1084792" y="60878"/>
                  </a:cubicBezTo>
                  <a:lnTo>
                    <a:pt x="1084792" y="61443"/>
                  </a:lnTo>
                  <a:close/>
                  <a:moveTo>
                    <a:pt x="1103483" y="71136"/>
                  </a:moveTo>
                  <a:lnTo>
                    <a:pt x="1103483" y="63269"/>
                  </a:lnTo>
                  <a:cubicBezTo>
                    <a:pt x="1103483" y="42306"/>
                    <a:pt x="1091674" y="27556"/>
                    <a:pt x="1070028" y="27556"/>
                  </a:cubicBezTo>
                  <a:cubicBezTo>
                    <a:pt x="1048512" y="27556"/>
                    <a:pt x="1036283" y="41321"/>
                    <a:pt x="1036283" y="63269"/>
                  </a:cubicBezTo>
                  <a:lnTo>
                    <a:pt x="1036283" y="73658"/>
                  </a:lnTo>
                  <a:cubicBezTo>
                    <a:pt x="1036283" y="101359"/>
                    <a:pt x="1056236" y="108951"/>
                    <a:pt x="1070303" y="108951"/>
                  </a:cubicBezTo>
                  <a:cubicBezTo>
                    <a:pt x="1082966" y="108951"/>
                    <a:pt x="1088443" y="108241"/>
                    <a:pt x="1097585" y="106560"/>
                  </a:cubicBezTo>
                  <a:cubicBezTo>
                    <a:pt x="1100107" y="106140"/>
                    <a:pt x="1100527" y="105155"/>
                    <a:pt x="1100527" y="102909"/>
                  </a:cubicBezTo>
                  <a:lnTo>
                    <a:pt x="1100527" y="93636"/>
                  </a:lnTo>
                  <a:cubicBezTo>
                    <a:pt x="1100527" y="92230"/>
                    <a:pt x="1099411" y="91534"/>
                    <a:pt x="1098005" y="91534"/>
                  </a:cubicBezTo>
                  <a:lnTo>
                    <a:pt x="1097585" y="91534"/>
                  </a:lnTo>
                  <a:cubicBezTo>
                    <a:pt x="1091674" y="92099"/>
                    <a:pt x="1081981" y="92940"/>
                    <a:pt x="1071709" y="92940"/>
                  </a:cubicBezTo>
                  <a:cubicBezTo>
                    <a:pt x="1058206" y="92940"/>
                    <a:pt x="1054830" y="83233"/>
                    <a:pt x="1054830" y="75064"/>
                  </a:cubicBezTo>
                  <a:lnTo>
                    <a:pt x="1054830" y="74643"/>
                  </a:lnTo>
                  <a:lnTo>
                    <a:pt x="1100672" y="74643"/>
                  </a:lnTo>
                  <a:cubicBezTo>
                    <a:pt x="1102642" y="74643"/>
                    <a:pt x="1103483" y="73382"/>
                    <a:pt x="1103483" y="71136"/>
                  </a:cubicBezTo>
                  <a:moveTo>
                    <a:pt x="1023897" y="105444"/>
                  </a:moveTo>
                  <a:lnTo>
                    <a:pt x="1023897" y="96591"/>
                  </a:lnTo>
                  <a:cubicBezTo>
                    <a:pt x="1023897" y="95186"/>
                    <a:pt x="1022767" y="94490"/>
                    <a:pt x="1020942" y="94490"/>
                  </a:cubicBezTo>
                  <a:lnTo>
                    <a:pt x="1013494" y="94490"/>
                  </a:lnTo>
                  <a:cubicBezTo>
                    <a:pt x="1008424" y="94490"/>
                    <a:pt x="1008003" y="93636"/>
                    <a:pt x="1008003" y="86609"/>
                  </a:cubicBezTo>
                  <a:lnTo>
                    <a:pt x="1008003" y="42438"/>
                  </a:lnTo>
                  <a:lnTo>
                    <a:pt x="1020653" y="42438"/>
                  </a:lnTo>
                  <a:cubicBezTo>
                    <a:pt x="1022203" y="42438"/>
                    <a:pt x="1023477" y="41177"/>
                    <a:pt x="1023477" y="39640"/>
                  </a:cubicBezTo>
                  <a:lnTo>
                    <a:pt x="1023477" y="31352"/>
                  </a:lnTo>
                  <a:cubicBezTo>
                    <a:pt x="1023477" y="29802"/>
                    <a:pt x="1022203" y="28541"/>
                    <a:pt x="1020653" y="28541"/>
                  </a:cubicBezTo>
                  <a:lnTo>
                    <a:pt x="1008003" y="28541"/>
                  </a:lnTo>
                  <a:lnTo>
                    <a:pt x="1008003" y="14054"/>
                  </a:lnTo>
                  <a:cubicBezTo>
                    <a:pt x="1008003" y="12649"/>
                    <a:pt x="1007018" y="11952"/>
                    <a:pt x="1005757" y="11952"/>
                  </a:cubicBezTo>
                  <a:lnTo>
                    <a:pt x="1005192" y="11952"/>
                  </a:lnTo>
                  <a:lnTo>
                    <a:pt x="992123" y="14198"/>
                  </a:lnTo>
                  <a:cubicBezTo>
                    <a:pt x="990586" y="14474"/>
                    <a:pt x="989325" y="15459"/>
                    <a:pt x="989325" y="17009"/>
                  </a:cubicBezTo>
                  <a:lnTo>
                    <a:pt x="989325" y="28541"/>
                  </a:lnTo>
                  <a:lnTo>
                    <a:pt x="976098" y="28541"/>
                  </a:lnTo>
                  <a:cubicBezTo>
                    <a:pt x="974561" y="28541"/>
                    <a:pt x="973287" y="29802"/>
                    <a:pt x="973287" y="31352"/>
                  </a:cubicBezTo>
                  <a:lnTo>
                    <a:pt x="973287" y="37670"/>
                  </a:lnTo>
                  <a:cubicBezTo>
                    <a:pt x="973287" y="39206"/>
                    <a:pt x="974561" y="40192"/>
                    <a:pt x="976098" y="40481"/>
                  </a:cubicBezTo>
                  <a:lnTo>
                    <a:pt x="989325" y="42438"/>
                  </a:lnTo>
                  <a:lnTo>
                    <a:pt x="989325" y="86609"/>
                  </a:lnTo>
                  <a:cubicBezTo>
                    <a:pt x="989325" y="105444"/>
                    <a:pt x="995788" y="108951"/>
                    <a:pt x="1011655" y="108951"/>
                  </a:cubicBezTo>
                  <a:cubicBezTo>
                    <a:pt x="1014755" y="108951"/>
                    <a:pt x="1017842" y="108530"/>
                    <a:pt x="1021217" y="107966"/>
                  </a:cubicBezTo>
                  <a:cubicBezTo>
                    <a:pt x="1023043" y="107690"/>
                    <a:pt x="1023897" y="106849"/>
                    <a:pt x="1023897" y="105444"/>
                  </a:cubicBezTo>
                  <a:moveTo>
                    <a:pt x="944613" y="90247"/>
                  </a:moveTo>
                  <a:cubicBezTo>
                    <a:pt x="940541" y="92519"/>
                    <a:pt x="935327" y="94201"/>
                    <a:pt x="930270" y="94201"/>
                  </a:cubicBezTo>
                  <a:cubicBezTo>
                    <a:pt x="923229" y="94201"/>
                    <a:pt x="920129" y="92375"/>
                    <a:pt x="920129" y="85479"/>
                  </a:cubicBezTo>
                  <a:lnTo>
                    <a:pt x="920129" y="84915"/>
                  </a:lnTo>
                  <a:cubicBezTo>
                    <a:pt x="920129" y="77034"/>
                    <a:pt x="922940" y="72949"/>
                    <a:pt x="935747" y="72949"/>
                  </a:cubicBezTo>
                  <a:lnTo>
                    <a:pt x="944613" y="72949"/>
                  </a:lnTo>
                  <a:lnTo>
                    <a:pt x="944613" y="90247"/>
                  </a:lnTo>
                  <a:close/>
                  <a:moveTo>
                    <a:pt x="963160" y="105023"/>
                  </a:moveTo>
                  <a:lnTo>
                    <a:pt x="963160" y="54403"/>
                  </a:lnTo>
                  <a:cubicBezTo>
                    <a:pt x="963160" y="36409"/>
                    <a:pt x="952205" y="27556"/>
                    <a:pt x="932240" y="27556"/>
                  </a:cubicBezTo>
                  <a:cubicBezTo>
                    <a:pt x="922520" y="27556"/>
                    <a:pt x="914376" y="28686"/>
                    <a:pt x="908754" y="29802"/>
                  </a:cubicBezTo>
                  <a:cubicBezTo>
                    <a:pt x="906929" y="30222"/>
                    <a:pt x="906088" y="31208"/>
                    <a:pt x="906088" y="32757"/>
                  </a:cubicBezTo>
                  <a:lnTo>
                    <a:pt x="906088" y="41741"/>
                  </a:lnTo>
                  <a:cubicBezTo>
                    <a:pt x="906088" y="43712"/>
                    <a:pt x="907204" y="44132"/>
                    <a:pt x="908610" y="44132"/>
                  </a:cubicBezTo>
                  <a:lnTo>
                    <a:pt x="909319" y="44132"/>
                  </a:lnTo>
                  <a:cubicBezTo>
                    <a:pt x="913956" y="43567"/>
                    <a:pt x="923229" y="43002"/>
                    <a:pt x="932240" y="43002"/>
                  </a:cubicBezTo>
                  <a:cubicBezTo>
                    <a:pt x="940541" y="43002"/>
                    <a:pt x="944613" y="45261"/>
                    <a:pt x="944613" y="54403"/>
                  </a:cubicBezTo>
                  <a:lnTo>
                    <a:pt x="944613" y="60603"/>
                  </a:lnTo>
                  <a:lnTo>
                    <a:pt x="935747" y="60603"/>
                  </a:lnTo>
                  <a:cubicBezTo>
                    <a:pt x="911276" y="60603"/>
                    <a:pt x="901451" y="68877"/>
                    <a:pt x="901451" y="84915"/>
                  </a:cubicBezTo>
                  <a:lnTo>
                    <a:pt x="901451" y="85479"/>
                  </a:lnTo>
                  <a:cubicBezTo>
                    <a:pt x="901451" y="104459"/>
                    <a:pt x="914087" y="108951"/>
                    <a:pt x="925764" y="108951"/>
                  </a:cubicBezTo>
                  <a:cubicBezTo>
                    <a:pt x="932516" y="108951"/>
                    <a:pt x="939123" y="106705"/>
                    <a:pt x="945598" y="102764"/>
                  </a:cubicBezTo>
                  <a:lnTo>
                    <a:pt x="945598" y="105023"/>
                  </a:lnTo>
                  <a:cubicBezTo>
                    <a:pt x="945598" y="106560"/>
                    <a:pt x="946859" y="107821"/>
                    <a:pt x="948409" y="107821"/>
                  </a:cubicBezTo>
                  <a:lnTo>
                    <a:pt x="960349" y="107821"/>
                  </a:lnTo>
                  <a:cubicBezTo>
                    <a:pt x="961899" y="107821"/>
                    <a:pt x="963160" y="106560"/>
                    <a:pt x="963160" y="105010"/>
                  </a:cubicBezTo>
                  <a:lnTo>
                    <a:pt x="963160" y="105023"/>
                  </a:lnTo>
                  <a:close/>
                  <a:moveTo>
                    <a:pt x="867707" y="61443"/>
                  </a:moveTo>
                  <a:lnTo>
                    <a:pt x="837877" y="61443"/>
                  </a:lnTo>
                  <a:lnTo>
                    <a:pt x="837877" y="60878"/>
                  </a:lnTo>
                  <a:cubicBezTo>
                    <a:pt x="837877" y="49767"/>
                    <a:pt x="844208" y="43567"/>
                    <a:pt x="852930" y="43567"/>
                  </a:cubicBezTo>
                  <a:cubicBezTo>
                    <a:pt x="861652" y="43567"/>
                    <a:pt x="867707" y="49898"/>
                    <a:pt x="867707" y="60878"/>
                  </a:cubicBezTo>
                  <a:lnTo>
                    <a:pt x="867707" y="61443"/>
                  </a:lnTo>
                  <a:close/>
                  <a:moveTo>
                    <a:pt x="886385" y="71136"/>
                  </a:moveTo>
                  <a:lnTo>
                    <a:pt x="886385" y="63269"/>
                  </a:lnTo>
                  <a:cubicBezTo>
                    <a:pt x="886385" y="42306"/>
                    <a:pt x="874590" y="27556"/>
                    <a:pt x="852930" y="27556"/>
                  </a:cubicBezTo>
                  <a:cubicBezTo>
                    <a:pt x="831415" y="27556"/>
                    <a:pt x="819186" y="41321"/>
                    <a:pt x="819186" y="63269"/>
                  </a:cubicBezTo>
                  <a:lnTo>
                    <a:pt x="819186" y="73658"/>
                  </a:lnTo>
                  <a:cubicBezTo>
                    <a:pt x="819186" y="101359"/>
                    <a:pt x="839138" y="108951"/>
                    <a:pt x="853206" y="108951"/>
                  </a:cubicBezTo>
                  <a:cubicBezTo>
                    <a:pt x="865868" y="108951"/>
                    <a:pt x="871359" y="108241"/>
                    <a:pt x="880488" y="106560"/>
                  </a:cubicBezTo>
                  <a:cubicBezTo>
                    <a:pt x="883010" y="106140"/>
                    <a:pt x="883443" y="105155"/>
                    <a:pt x="883443" y="102909"/>
                  </a:cubicBezTo>
                  <a:lnTo>
                    <a:pt x="883443" y="93636"/>
                  </a:lnTo>
                  <a:cubicBezTo>
                    <a:pt x="883443" y="92230"/>
                    <a:pt x="882313" y="91534"/>
                    <a:pt x="880908" y="91534"/>
                  </a:cubicBezTo>
                  <a:lnTo>
                    <a:pt x="880488" y="91534"/>
                  </a:lnTo>
                  <a:cubicBezTo>
                    <a:pt x="874590" y="92099"/>
                    <a:pt x="864883" y="92940"/>
                    <a:pt x="854624" y="92940"/>
                  </a:cubicBezTo>
                  <a:cubicBezTo>
                    <a:pt x="841108" y="92940"/>
                    <a:pt x="837733" y="83233"/>
                    <a:pt x="837733" y="75064"/>
                  </a:cubicBezTo>
                  <a:lnTo>
                    <a:pt x="837733" y="74643"/>
                  </a:lnTo>
                  <a:lnTo>
                    <a:pt x="883574" y="74643"/>
                  </a:lnTo>
                  <a:cubicBezTo>
                    <a:pt x="885545" y="74643"/>
                    <a:pt x="886385" y="73382"/>
                    <a:pt x="886385" y="71136"/>
                  </a:cubicBezTo>
                  <a:moveTo>
                    <a:pt x="810175" y="40481"/>
                  </a:moveTo>
                  <a:lnTo>
                    <a:pt x="810175" y="30367"/>
                  </a:lnTo>
                  <a:cubicBezTo>
                    <a:pt x="810175" y="28817"/>
                    <a:pt x="808914" y="27556"/>
                    <a:pt x="807364" y="27556"/>
                  </a:cubicBezTo>
                  <a:cubicBezTo>
                    <a:pt x="801742" y="27556"/>
                    <a:pt x="794150" y="28962"/>
                    <a:pt x="787267" y="34294"/>
                  </a:cubicBezTo>
                  <a:lnTo>
                    <a:pt x="787267" y="31352"/>
                  </a:lnTo>
                  <a:cubicBezTo>
                    <a:pt x="787267" y="29802"/>
                    <a:pt x="785993" y="28541"/>
                    <a:pt x="784457" y="28541"/>
                  </a:cubicBezTo>
                  <a:lnTo>
                    <a:pt x="772228" y="28541"/>
                  </a:lnTo>
                  <a:cubicBezTo>
                    <a:pt x="770678" y="28541"/>
                    <a:pt x="769417" y="29802"/>
                    <a:pt x="769417" y="31352"/>
                  </a:cubicBezTo>
                  <a:lnTo>
                    <a:pt x="769417" y="104879"/>
                  </a:lnTo>
                  <a:cubicBezTo>
                    <a:pt x="769417" y="106416"/>
                    <a:pt x="770678" y="107821"/>
                    <a:pt x="772228" y="107821"/>
                  </a:cubicBezTo>
                  <a:lnTo>
                    <a:pt x="785153" y="107821"/>
                  </a:lnTo>
                  <a:cubicBezTo>
                    <a:pt x="786703" y="107821"/>
                    <a:pt x="787964" y="106416"/>
                    <a:pt x="787964" y="104879"/>
                  </a:cubicBezTo>
                  <a:lnTo>
                    <a:pt x="787964" y="48361"/>
                  </a:lnTo>
                  <a:cubicBezTo>
                    <a:pt x="793874" y="45275"/>
                    <a:pt x="799772" y="43304"/>
                    <a:pt x="807364" y="43304"/>
                  </a:cubicBezTo>
                  <a:cubicBezTo>
                    <a:pt x="808914" y="43304"/>
                    <a:pt x="810175" y="42030"/>
                    <a:pt x="810175" y="40494"/>
                  </a:cubicBezTo>
                  <a:lnTo>
                    <a:pt x="810175" y="40481"/>
                  </a:lnTo>
                  <a:close/>
                  <a:moveTo>
                    <a:pt x="751829" y="103474"/>
                  </a:moveTo>
                  <a:lnTo>
                    <a:pt x="751829" y="94056"/>
                  </a:lnTo>
                  <a:cubicBezTo>
                    <a:pt x="751829" y="92375"/>
                    <a:pt x="751120" y="91114"/>
                    <a:pt x="749018" y="91114"/>
                  </a:cubicBezTo>
                  <a:lnTo>
                    <a:pt x="748729" y="91114"/>
                  </a:lnTo>
                  <a:cubicBezTo>
                    <a:pt x="743816" y="91534"/>
                    <a:pt x="734254" y="92230"/>
                    <a:pt x="726793" y="92230"/>
                  </a:cubicBezTo>
                  <a:cubicBezTo>
                    <a:pt x="714985" y="92230"/>
                    <a:pt x="706408" y="85479"/>
                    <a:pt x="706408" y="65935"/>
                  </a:cubicBezTo>
                  <a:lnTo>
                    <a:pt x="706408" y="45261"/>
                  </a:lnTo>
                  <a:cubicBezTo>
                    <a:pt x="706408" y="25284"/>
                    <a:pt x="714985" y="18966"/>
                    <a:pt x="726793" y="18966"/>
                  </a:cubicBezTo>
                  <a:cubicBezTo>
                    <a:pt x="734254" y="18966"/>
                    <a:pt x="743816" y="19662"/>
                    <a:pt x="748729" y="20083"/>
                  </a:cubicBezTo>
                  <a:lnTo>
                    <a:pt x="749018" y="20083"/>
                  </a:lnTo>
                  <a:cubicBezTo>
                    <a:pt x="751120" y="20083"/>
                    <a:pt x="751829" y="18822"/>
                    <a:pt x="751829" y="17141"/>
                  </a:cubicBezTo>
                  <a:lnTo>
                    <a:pt x="751829" y="7723"/>
                  </a:lnTo>
                  <a:cubicBezTo>
                    <a:pt x="751829" y="5753"/>
                    <a:pt x="750568" y="5057"/>
                    <a:pt x="748729" y="4492"/>
                  </a:cubicBezTo>
                  <a:cubicBezTo>
                    <a:pt x="746627" y="3927"/>
                    <a:pt x="737341" y="2246"/>
                    <a:pt x="726517" y="2246"/>
                  </a:cubicBezTo>
                  <a:cubicBezTo>
                    <a:pt x="709639" y="2246"/>
                    <a:pt x="686744" y="9969"/>
                    <a:pt x="686744" y="45261"/>
                  </a:cubicBezTo>
                  <a:lnTo>
                    <a:pt x="686744" y="65935"/>
                  </a:lnTo>
                  <a:cubicBezTo>
                    <a:pt x="686744" y="100663"/>
                    <a:pt x="709639" y="108951"/>
                    <a:pt x="726517" y="108951"/>
                  </a:cubicBezTo>
                  <a:cubicBezTo>
                    <a:pt x="737341" y="108951"/>
                    <a:pt x="746627" y="107269"/>
                    <a:pt x="748729" y="106705"/>
                  </a:cubicBezTo>
                  <a:cubicBezTo>
                    <a:pt x="750568" y="106140"/>
                    <a:pt x="751829" y="105444"/>
                    <a:pt x="751829" y="103474"/>
                  </a:cubicBezTo>
                  <a:moveTo>
                    <a:pt x="630473" y="105010"/>
                  </a:moveTo>
                  <a:lnTo>
                    <a:pt x="630473" y="89144"/>
                  </a:lnTo>
                  <a:cubicBezTo>
                    <a:pt x="630473" y="87594"/>
                    <a:pt x="629212" y="86464"/>
                    <a:pt x="627676" y="86464"/>
                  </a:cubicBezTo>
                  <a:lnTo>
                    <a:pt x="615171" y="86464"/>
                  </a:lnTo>
                  <a:cubicBezTo>
                    <a:pt x="613621" y="86464"/>
                    <a:pt x="612360" y="87594"/>
                    <a:pt x="612360" y="89144"/>
                  </a:cubicBezTo>
                  <a:lnTo>
                    <a:pt x="612360" y="105010"/>
                  </a:lnTo>
                  <a:cubicBezTo>
                    <a:pt x="612360" y="106560"/>
                    <a:pt x="613621" y="107821"/>
                    <a:pt x="615171" y="107821"/>
                  </a:cubicBezTo>
                  <a:lnTo>
                    <a:pt x="627676" y="107821"/>
                  </a:lnTo>
                  <a:cubicBezTo>
                    <a:pt x="629212" y="107821"/>
                    <a:pt x="630473" y="106560"/>
                    <a:pt x="630473" y="105010"/>
                  </a:cubicBezTo>
                  <a:moveTo>
                    <a:pt x="606292" y="17272"/>
                  </a:moveTo>
                  <a:lnTo>
                    <a:pt x="606292" y="6186"/>
                  </a:lnTo>
                  <a:cubicBezTo>
                    <a:pt x="606292" y="4636"/>
                    <a:pt x="605031" y="3507"/>
                    <a:pt x="603481" y="3507"/>
                  </a:cubicBezTo>
                  <a:lnTo>
                    <a:pt x="534745" y="3507"/>
                  </a:lnTo>
                  <a:cubicBezTo>
                    <a:pt x="533195" y="3507"/>
                    <a:pt x="531934" y="4636"/>
                    <a:pt x="531934" y="6186"/>
                  </a:cubicBezTo>
                  <a:lnTo>
                    <a:pt x="531934" y="17272"/>
                  </a:lnTo>
                  <a:cubicBezTo>
                    <a:pt x="531934" y="18822"/>
                    <a:pt x="533195" y="19807"/>
                    <a:pt x="534745" y="19807"/>
                  </a:cubicBezTo>
                  <a:lnTo>
                    <a:pt x="559347" y="19807"/>
                  </a:lnTo>
                  <a:lnTo>
                    <a:pt x="559347" y="105023"/>
                  </a:lnTo>
                  <a:cubicBezTo>
                    <a:pt x="559347" y="106560"/>
                    <a:pt x="560608" y="107821"/>
                    <a:pt x="562158" y="107821"/>
                  </a:cubicBezTo>
                  <a:lnTo>
                    <a:pt x="576068" y="107821"/>
                  </a:lnTo>
                  <a:cubicBezTo>
                    <a:pt x="577618" y="107821"/>
                    <a:pt x="578879" y="106560"/>
                    <a:pt x="578879" y="105023"/>
                  </a:cubicBezTo>
                  <a:lnTo>
                    <a:pt x="578879" y="19807"/>
                  </a:lnTo>
                  <a:lnTo>
                    <a:pt x="603481" y="19807"/>
                  </a:lnTo>
                  <a:cubicBezTo>
                    <a:pt x="605031" y="19807"/>
                    <a:pt x="606292" y="18822"/>
                    <a:pt x="606292" y="17272"/>
                  </a:cubicBezTo>
                  <a:moveTo>
                    <a:pt x="515738" y="105023"/>
                  </a:moveTo>
                  <a:lnTo>
                    <a:pt x="515738" y="6173"/>
                  </a:lnTo>
                  <a:cubicBezTo>
                    <a:pt x="515738" y="4636"/>
                    <a:pt x="514477" y="3507"/>
                    <a:pt x="512927" y="3507"/>
                  </a:cubicBezTo>
                  <a:lnTo>
                    <a:pt x="499030" y="3507"/>
                  </a:lnTo>
                  <a:cubicBezTo>
                    <a:pt x="497480" y="3507"/>
                    <a:pt x="496219" y="4636"/>
                    <a:pt x="496219" y="6173"/>
                  </a:cubicBezTo>
                  <a:lnTo>
                    <a:pt x="496219" y="105023"/>
                  </a:lnTo>
                  <a:cubicBezTo>
                    <a:pt x="496219" y="106560"/>
                    <a:pt x="497480" y="107821"/>
                    <a:pt x="499030" y="107821"/>
                  </a:cubicBezTo>
                  <a:lnTo>
                    <a:pt x="512927" y="107821"/>
                  </a:lnTo>
                  <a:cubicBezTo>
                    <a:pt x="514477" y="107821"/>
                    <a:pt x="515738" y="106560"/>
                    <a:pt x="515738" y="105023"/>
                  </a:cubicBezTo>
                  <a:moveTo>
                    <a:pt x="437137" y="104866"/>
                  </a:moveTo>
                  <a:lnTo>
                    <a:pt x="437137" y="59040"/>
                  </a:lnTo>
                  <a:cubicBezTo>
                    <a:pt x="437137" y="41177"/>
                    <a:pt x="433065" y="27556"/>
                    <a:pt x="412824" y="27556"/>
                  </a:cubicBezTo>
                  <a:cubicBezTo>
                    <a:pt x="403538" y="27556"/>
                    <a:pt x="398192" y="29106"/>
                    <a:pt x="390035" y="34294"/>
                  </a:cubicBezTo>
                  <a:lnTo>
                    <a:pt x="390035" y="31352"/>
                  </a:lnTo>
                  <a:cubicBezTo>
                    <a:pt x="390035" y="29802"/>
                    <a:pt x="388774" y="28541"/>
                    <a:pt x="387224" y="28541"/>
                  </a:cubicBezTo>
                  <a:lnTo>
                    <a:pt x="375008" y="28541"/>
                  </a:lnTo>
                  <a:cubicBezTo>
                    <a:pt x="373458" y="28541"/>
                    <a:pt x="372197" y="29802"/>
                    <a:pt x="372197" y="31352"/>
                  </a:cubicBezTo>
                  <a:lnTo>
                    <a:pt x="372197" y="104879"/>
                  </a:lnTo>
                  <a:cubicBezTo>
                    <a:pt x="372197" y="106416"/>
                    <a:pt x="373458" y="107821"/>
                    <a:pt x="375008" y="107821"/>
                  </a:cubicBezTo>
                  <a:lnTo>
                    <a:pt x="387933" y="107821"/>
                  </a:lnTo>
                  <a:cubicBezTo>
                    <a:pt x="389470" y="107821"/>
                    <a:pt x="390744" y="106416"/>
                    <a:pt x="390744" y="104879"/>
                  </a:cubicBezTo>
                  <a:lnTo>
                    <a:pt x="390744" y="48361"/>
                  </a:lnTo>
                  <a:cubicBezTo>
                    <a:pt x="396655" y="45248"/>
                    <a:pt x="401856" y="43291"/>
                    <a:pt x="406638" y="43291"/>
                  </a:cubicBezTo>
                  <a:cubicBezTo>
                    <a:pt x="417474" y="43291"/>
                    <a:pt x="418604" y="46798"/>
                    <a:pt x="418604" y="59040"/>
                  </a:cubicBezTo>
                  <a:lnTo>
                    <a:pt x="418604" y="104866"/>
                  </a:lnTo>
                  <a:cubicBezTo>
                    <a:pt x="418604" y="106416"/>
                    <a:pt x="419865" y="107821"/>
                    <a:pt x="421401" y="107821"/>
                  </a:cubicBezTo>
                  <a:lnTo>
                    <a:pt x="434326" y="107821"/>
                  </a:lnTo>
                  <a:cubicBezTo>
                    <a:pt x="435876" y="107821"/>
                    <a:pt x="437137" y="106416"/>
                    <a:pt x="437137" y="104866"/>
                  </a:cubicBezTo>
                  <a:moveTo>
                    <a:pt x="336903" y="114310"/>
                  </a:moveTo>
                  <a:cubicBezTo>
                    <a:pt x="336903" y="119366"/>
                    <a:pt x="334513" y="122322"/>
                    <a:pt x="321010" y="122322"/>
                  </a:cubicBezTo>
                  <a:cubicBezTo>
                    <a:pt x="307783" y="122322"/>
                    <a:pt x="304262" y="118815"/>
                    <a:pt x="304262" y="113036"/>
                  </a:cubicBezTo>
                  <a:lnTo>
                    <a:pt x="304262" y="111775"/>
                  </a:lnTo>
                  <a:cubicBezTo>
                    <a:pt x="304262" y="106705"/>
                    <a:pt x="305668" y="104879"/>
                    <a:pt x="307783" y="101924"/>
                  </a:cubicBezTo>
                  <a:lnTo>
                    <a:pt x="320300" y="104879"/>
                  </a:lnTo>
                  <a:cubicBezTo>
                    <a:pt x="335077" y="108399"/>
                    <a:pt x="336903" y="110225"/>
                    <a:pt x="336903" y="113324"/>
                  </a:cubicBezTo>
                  <a:lnTo>
                    <a:pt x="336903" y="114310"/>
                  </a:lnTo>
                  <a:close/>
                  <a:moveTo>
                    <a:pt x="335353" y="55808"/>
                  </a:moveTo>
                  <a:cubicBezTo>
                    <a:pt x="335353" y="62849"/>
                    <a:pt x="331977" y="66920"/>
                    <a:pt x="320300" y="66920"/>
                  </a:cubicBezTo>
                  <a:cubicBezTo>
                    <a:pt x="307218" y="66920"/>
                    <a:pt x="305103" y="61010"/>
                    <a:pt x="305103" y="55808"/>
                  </a:cubicBezTo>
                  <a:lnTo>
                    <a:pt x="305103" y="54679"/>
                  </a:lnTo>
                  <a:cubicBezTo>
                    <a:pt x="305103" y="48072"/>
                    <a:pt x="308347" y="42727"/>
                    <a:pt x="320300" y="42727"/>
                  </a:cubicBezTo>
                  <a:cubicBezTo>
                    <a:pt x="332398" y="42727"/>
                    <a:pt x="335353" y="47928"/>
                    <a:pt x="335353" y="54679"/>
                  </a:cubicBezTo>
                  <a:lnTo>
                    <a:pt x="335353" y="55808"/>
                  </a:lnTo>
                  <a:close/>
                  <a:moveTo>
                    <a:pt x="356987" y="38235"/>
                  </a:moveTo>
                  <a:lnTo>
                    <a:pt x="356987" y="32337"/>
                  </a:lnTo>
                  <a:cubicBezTo>
                    <a:pt x="356987" y="30222"/>
                    <a:pt x="355305" y="28541"/>
                    <a:pt x="353191" y="28541"/>
                  </a:cubicBezTo>
                  <a:lnTo>
                    <a:pt x="320300" y="28541"/>
                  </a:lnTo>
                  <a:cubicBezTo>
                    <a:pt x="295974" y="28541"/>
                    <a:pt x="286845" y="40336"/>
                    <a:pt x="286845" y="54403"/>
                  </a:cubicBezTo>
                  <a:lnTo>
                    <a:pt x="286845" y="55388"/>
                  </a:lnTo>
                  <a:cubicBezTo>
                    <a:pt x="286845" y="62428"/>
                    <a:pt x="288382" y="67485"/>
                    <a:pt x="292598" y="71846"/>
                  </a:cubicBezTo>
                  <a:cubicBezTo>
                    <a:pt x="288815" y="74512"/>
                    <a:pt x="286990" y="78860"/>
                    <a:pt x="286990" y="83220"/>
                  </a:cubicBezTo>
                  <a:lnTo>
                    <a:pt x="286990" y="83365"/>
                  </a:lnTo>
                  <a:cubicBezTo>
                    <a:pt x="286990" y="88421"/>
                    <a:pt x="289367" y="93347"/>
                    <a:pt x="293308" y="96302"/>
                  </a:cubicBezTo>
                  <a:cubicBezTo>
                    <a:pt x="288815" y="100387"/>
                    <a:pt x="286136" y="106009"/>
                    <a:pt x="286136" y="111775"/>
                  </a:cubicBezTo>
                  <a:lnTo>
                    <a:pt x="286136" y="113036"/>
                  </a:lnTo>
                  <a:cubicBezTo>
                    <a:pt x="286136" y="127799"/>
                    <a:pt x="298220" y="136362"/>
                    <a:pt x="321010" y="136362"/>
                  </a:cubicBezTo>
                  <a:cubicBezTo>
                    <a:pt x="344902" y="136362"/>
                    <a:pt x="355450" y="128639"/>
                    <a:pt x="355450" y="114310"/>
                  </a:cubicBezTo>
                  <a:lnTo>
                    <a:pt x="355450" y="113324"/>
                  </a:lnTo>
                  <a:cubicBezTo>
                    <a:pt x="355450" y="98272"/>
                    <a:pt x="343077" y="95317"/>
                    <a:pt x="323952" y="90812"/>
                  </a:cubicBezTo>
                  <a:lnTo>
                    <a:pt x="307362" y="86872"/>
                  </a:lnTo>
                  <a:cubicBezTo>
                    <a:pt x="304118" y="86175"/>
                    <a:pt x="302568" y="85046"/>
                    <a:pt x="302568" y="82235"/>
                  </a:cubicBezTo>
                  <a:cubicBezTo>
                    <a:pt x="302568" y="80974"/>
                    <a:pt x="303277" y="79700"/>
                    <a:pt x="304972" y="78584"/>
                  </a:cubicBezTo>
                  <a:cubicBezTo>
                    <a:pt x="307783" y="79700"/>
                    <a:pt x="312840" y="80974"/>
                    <a:pt x="320300" y="80974"/>
                  </a:cubicBezTo>
                  <a:cubicBezTo>
                    <a:pt x="341540" y="80974"/>
                    <a:pt x="353611" y="72962"/>
                    <a:pt x="353611" y="55388"/>
                  </a:cubicBezTo>
                  <a:lnTo>
                    <a:pt x="353611" y="54403"/>
                  </a:lnTo>
                  <a:cubicBezTo>
                    <a:pt x="353611" y="49478"/>
                    <a:pt x="352350" y="46378"/>
                    <a:pt x="350104" y="43147"/>
                  </a:cubicBezTo>
                  <a:lnTo>
                    <a:pt x="354741" y="41321"/>
                  </a:lnTo>
                  <a:cubicBezTo>
                    <a:pt x="356435" y="40612"/>
                    <a:pt x="356987" y="40336"/>
                    <a:pt x="356987" y="38235"/>
                  </a:cubicBezTo>
                  <a:moveTo>
                    <a:pt x="267142" y="104879"/>
                  </a:moveTo>
                  <a:lnTo>
                    <a:pt x="267142" y="31352"/>
                  </a:lnTo>
                  <a:cubicBezTo>
                    <a:pt x="267142" y="29802"/>
                    <a:pt x="265881" y="28541"/>
                    <a:pt x="264331" y="28541"/>
                  </a:cubicBezTo>
                  <a:lnTo>
                    <a:pt x="251407" y="28541"/>
                  </a:lnTo>
                  <a:cubicBezTo>
                    <a:pt x="249857" y="28541"/>
                    <a:pt x="248596" y="29802"/>
                    <a:pt x="248596" y="31352"/>
                  </a:cubicBezTo>
                  <a:lnTo>
                    <a:pt x="248596" y="104879"/>
                  </a:lnTo>
                  <a:cubicBezTo>
                    <a:pt x="248596" y="106416"/>
                    <a:pt x="249857" y="107821"/>
                    <a:pt x="251407" y="107821"/>
                  </a:cubicBezTo>
                  <a:lnTo>
                    <a:pt x="264331" y="107821"/>
                  </a:lnTo>
                  <a:cubicBezTo>
                    <a:pt x="265881" y="107821"/>
                    <a:pt x="267142" y="106416"/>
                    <a:pt x="267142" y="104879"/>
                  </a:cubicBezTo>
                  <a:moveTo>
                    <a:pt x="267563" y="15170"/>
                  </a:moveTo>
                  <a:lnTo>
                    <a:pt x="267563" y="2811"/>
                  </a:lnTo>
                  <a:cubicBezTo>
                    <a:pt x="267563" y="1261"/>
                    <a:pt x="266302" y="0"/>
                    <a:pt x="264752" y="0"/>
                  </a:cubicBezTo>
                  <a:lnTo>
                    <a:pt x="251131" y="0"/>
                  </a:lnTo>
                  <a:cubicBezTo>
                    <a:pt x="249581" y="0"/>
                    <a:pt x="248175" y="1261"/>
                    <a:pt x="248175" y="2811"/>
                  </a:cubicBezTo>
                  <a:lnTo>
                    <a:pt x="248175" y="15170"/>
                  </a:lnTo>
                  <a:cubicBezTo>
                    <a:pt x="248175" y="16707"/>
                    <a:pt x="249581" y="17981"/>
                    <a:pt x="251131" y="17981"/>
                  </a:cubicBezTo>
                  <a:lnTo>
                    <a:pt x="264752" y="17981"/>
                  </a:lnTo>
                  <a:cubicBezTo>
                    <a:pt x="266302" y="17981"/>
                    <a:pt x="267563" y="16707"/>
                    <a:pt x="267563" y="15170"/>
                  </a:cubicBezTo>
                  <a:moveTo>
                    <a:pt x="230587" y="87029"/>
                  </a:moveTo>
                  <a:cubicBezTo>
                    <a:pt x="230587" y="79858"/>
                    <a:pt x="228893" y="72818"/>
                    <a:pt x="217098" y="65646"/>
                  </a:cubicBezTo>
                  <a:lnTo>
                    <a:pt x="198669" y="54403"/>
                  </a:lnTo>
                  <a:cubicBezTo>
                    <a:pt x="195149" y="52288"/>
                    <a:pt x="193034" y="50883"/>
                    <a:pt x="193034" y="48637"/>
                  </a:cubicBezTo>
                  <a:cubicBezTo>
                    <a:pt x="193034" y="44276"/>
                    <a:pt x="195989" y="42727"/>
                    <a:pt x="202754" y="42727"/>
                  </a:cubicBezTo>
                  <a:cubicBezTo>
                    <a:pt x="210766" y="42727"/>
                    <a:pt x="222010" y="43843"/>
                    <a:pt x="225951" y="44408"/>
                  </a:cubicBezTo>
                  <a:lnTo>
                    <a:pt x="226502" y="44408"/>
                  </a:lnTo>
                  <a:cubicBezTo>
                    <a:pt x="227908" y="44408"/>
                    <a:pt x="228762" y="43423"/>
                    <a:pt x="228762" y="41741"/>
                  </a:cubicBezTo>
                  <a:lnTo>
                    <a:pt x="228762" y="33598"/>
                  </a:lnTo>
                  <a:cubicBezTo>
                    <a:pt x="228762" y="31904"/>
                    <a:pt x="227908" y="30787"/>
                    <a:pt x="226226" y="30367"/>
                  </a:cubicBezTo>
                  <a:cubicBezTo>
                    <a:pt x="219068" y="28817"/>
                    <a:pt x="212605" y="27556"/>
                    <a:pt x="201204" y="27556"/>
                  </a:cubicBezTo>
                  <a:cubicBezTo>
                    <a:pt x="183340" y="27556"/>
                    <a:pt x="174500" y="34583"/>
                    <a:pt x="174500" y="48637"/>
                  </a:cubicBezTo>
                  <a:cubicBezTo>
                    <a:pt x="174500" y="56794"/>
                    <a:pt x="179413" y="63821"/>
                    <a:pt x="186296" y="68037"/>
                  </a:cubicBezTo>
                  <a:lnTo>
                    <a:pt x="205565" y="79858"/>
                  </a:lnTo>
                  <a:cubicBezTo>
                    <a:pt x="210070" y="82669"/>
                    <a:pt x="211752" y="84363"/>
                    <a:pt x="211752" y="87029"/>
                  </a:cubicBezTo>
                  <a:cubicBezTo>
                    <a:pt x="211752" y="90825"/>
                    <a:pt x="210491" y="93780"/>
                    <a:pt x="201769" y="93780"/>
                  </a:cubicBezTo>
                  <a:cubicBezTo>
                    <a:pt x="197539" y="93780"/>
                    <a:pt x="184890" y="93084"/>
                    <a:pt x="178152" y="92230"/>
                  </a:cubicBezTo>
                  <a:lnTo>
                    <a:pt x="177587" y="92230"/>
                  </a:lnTo>
                  <a:cubicBezTo>
                    <a:pt x="176182" y="92230"/>
                    <a:pt x="175196" y="93360"/>
                    <a:pt x="175196" y="94490"/>
                  </a:cubicBezTo>
                  <a:lnTo>
                    <a:pt x="175196" y="102909"/>
                  </a:lnTo>
                  <a:cubicBezTo>
                    <a:pt x="175196" y="104590"/>
                    <a:pt x="176182" y="105720"/>
                    <a:pt x="177863" y="106140"/>
                  </a:cubicBezTo>
                  <a:cubicBezTo>
                    <a:pt x="185731" y="108241"/>
                    <a:pt x="197539" y="108951"/>
                    <a:pt x="203030" y="108951"/>
                  </a:cubicBezTo>
                  <a:cubicBezTo>
                    <a:pt x="221445" y="108951"/>
                    <a:pt x="230587" y="99257"/>
                    <a:pt x="230587" y="87029"/>
                  </a:cubicBezTo>
                  <a:moveTo>
                    <a:pt x="140612" y="61443"/>
                  </a:moveTo>
                  <a:lnTo>
                    <a:pt x="110782" y="61443"/>
                  </a:lnTo>
                  <a:lnTo>
                    <a:pt x="110782" y="60878"/>
                  </a:lnTo>
                  <a:cubicBezTo>
                    <a:pt x="110782" y="49767"/>
                    <a:pt x="117113" y="43567"/>
                    <a:pt x="125835" y="43567"/>
                  </a:cubicBezTo>
                  <a:cubicBezTo>
                    <a:pt x="134556" y="43567"/>
                    <a:pt x="140612" y="49898"/>
                    <a:pt x="140612" y="60878"/>
                  </a:cubicBezTo>
                  <a:lnTo>
                    <a:pt x="140612" y="61443"/>
                  </a:lnTo>
                  <a:close/>
                  <a:moveTo>
                    <a:pt x="159290" y="71136"/>
                  </a:moveTo>
                  <a:lnTo>
                    <a:pt x="159290" y="63269"/>
                  </a:lnTo>
                  <a:cubicBezTo>
                    <a:pt x="159290" y="42306"/>
                    <a:pt x="147494" y="27556"/>
                    <a:pt x="125835" y="27556"/>
                  </a:cubicBezTo>
                  <a:cubicBezTo>
                    <a:pt x="104319" y="27556"/>
                    <a:pt x="92090" y="41321"/>
                    <a:pt x="92090" y="63269"/>
                  </a:cubicBezTo>
                  <a:lnTo>
                    <a:pt x="92090" y="73658"/>
                  </a:lnTo>
                  <a:cubicBezTo>
                    <a:pt x="92090" y="101359"/>
                    <a:pt x="112043" y="108951"/>
                    <a:pt x="126110" y="108951"/>
                  </a:cubicBezTo>
                  <a:cubicBezTo>
                    <a:pt x="138773" y="108951"/>
                    <a:pt x="144263" y="108241"/>
                    <a:pt x="153392" y="106560"/>
                  </a:cubicBezTo>
                  <a:cubicBezTo>
                    <a:pt x="155914" y="106140"/>
                    <a:pt x="156348" y="105155"/>
                    <a:pt x="156348" y="102909"/>
                  </a:cubicBezTo>
                  <a:lnTo>
                    <a:pt x="156348" y="93636"/>
                  </a:lnTo>
                  <a:cubicBezTo>
                    <a:pt x="156348" y="92230"/>
                    <a:pt x="155218" y="91534"/>
                    <a:pt x="153812" y="91534"/>
                  </a:cubicBezTo>
                  <a:lnTo>
                    <a:pt x="153392" y="91534"/>
                  </a:lnTo>
                  <a:cubicBezTo>
                    <a:pt x="147494" y="92099"/>
                    <a:pt x="137801" y="92940"/>
                    <a:pt x="127529" y="92940"/>
                  </a:cubicBezTo>
                  <a:cubicBezTo>
                    <a:pt x="114013" y="92940"/>
                    <a:pt x="110637" y="83233"/>
                    <a:pt x="110637" y="75064"/>
                  </a:cubicBezTo>
                  <a:lnTo>
                    <a:pt x="110637" y="74643"/>
                  </a:lnTo>
                  <a:lnTo>
                    <a:pt x="156479" y="74643"/>
                  </a:lnTo>
                  <a:cubicBezTo>
                    <a:pt x="158449" y="74643"/>
                    <a:pt x="159290" y="73382"/>
                    <a:pt x="159290" y="71136"/>
                  </a:cubicBezTo>
                  <a:moveTo>
                    <a:pt x="56100" y="65935"/>
                  </a:moveTo>
                  <a:cubicBezTo>
                    <a:pt x="56100" y="87029"/>
                    <a:pt x="45408" y="92519"/>
                    <a:pt x="31340" y="92519"/>
                  </a:cubicBezTo>
                  <a:cubicBezTo>
                    <a:pt x="26139" y="92519"/>
                    <a:pt x="22474" y="92230"/>
                    <a:pt x="19519" y="92099"/>
                  </a:cubicBezTo>
                  <a:lnTo>
                    <a:pt x="19519" y="19098"/>
                  </a:lnTo>
                  <a:cubicBezTo>
                    <a:pt x="22474" y="18966"/>
                    <a:pt x="26139" y="18677"/>
                    <a:pt x="31340" y="18677"/>
                  </a:cubicBezTo>
                  <a:cubicBezTo>
                    <a:pt x="45408" y="18677"/>
                    <a:pt x="56100" y="24167"/>
                    <a:pt x="56100" y="45261"/>
                  </a:cubicBezTo>
                  <a:lnTo>
                    <a:pt x="56100" y="65935"/>
                  </a:lnTo>
                  <a:close/>
                  <a:moveTo>
                    <a:pt x="75488" y="65935"/>
                  </a:moveTo>
                  <a:lnTo>
                    <a:pt x="75488" y="45261"/>
                  </a:lnTo>
                  <a:cubicBezTo>
                    <a:pt x="75488" y="17416"/>
                    <a:pt x="59476" y="2246"/>
                    <a:pt x="31340" y="2246"/>
                  </a:cubicBezTo>
                  <a:cubicBezTo>
                    <a:pt x="21358" y="2246"/>
                    <a:pt x="7868" y="3231"/>
                    <a:pt x="3652" y="3927"/>
                  </a:cubicBezTo>
                  <a:cubicBezTo>
                    <a:pt x="1261" y="4348"/>
                    <a:pt x="0" y="5477"/>
                    <a:pt x="0" y="8288"/>
                  </a:cubicBezTo>
                  <a:lnTo>
                    <a:pt x="0" y="102909"/>
                  </a:lnTo>
                  <a:cubicBezTo>
                    <a:pt x="0" y="105720"/>
                    <a:pt x="1261" y="106849"/>
                    <a:pt x="3652" y="107269"/>
                  </a:cubicBezTo>
                  <a:cubicBezTo>
                    <a:pt x="7868" y="107966"/>
                    <a:pt x="21358" y="108951"/>
                    <a:pt x="31340" y="108951"/>
                  </a:cubicBezTo>
                  <a:cubicBezTo>
                    <a:pt x="59476" y="108951"/>
                    <a:pt x="75488" y="93780"/>
                    <a:pt x="75488" y="65935"/>
                  </a:cubicBezTo>
                </a:path>
              </a:pathLst>
            </a:custGeom>
            <a:solidFill>
              <a:schemeClr val="bg1"/>
            </a:solidFill>
            <a:ln w="13129" cap="flat">
              <a:noFill/>
              <a:prstDash val="solid"/>
              <a:miter/>
            </a:ln>
          </p:spPr>
          <p:txBody>
            <a:bodyPr rtlCol="0" anchor="ctr"/>
            <a:lstStyle/>
            <a:p>
              <a:endParaRPr lang="de-DE"/>
            </a:p>
          </p:txBody>
        </p:sp>
        <p:sp>
          <p:nvSpPr>
            <p:cNvPr id="10" name="Freihandform: Form 9">
              <a:extLst>
                <a:ext uri="{FF2B5EF4-FFF2-40B4-BE49-F238E27FC236}">
                  <a16:creationId xmlns:a16="http://schemas.microsoft.com/office/drawing/2014/main" id="{0A4BAE6D-2F3D-3E37-4EF4-282873DEF9EB}"/>
                </a:ext>
              </a:extLst>
            </p:cNvPr>
            <p:cNvSpPr>
              <a:spLocks noGrp="1" noRot="1" noMove="1" noResize="1" noEditPoints="1" noAdjustHandles="1" noChangeArrowheads="1" noChangeShapeType="1"/>
            </p:cNvSpPr>
            <p:nvPr/>
          </p:nvSpPr>
          <p:spPr>
            <a:xfrm>
              <a:off x="2358270" y="6648637"/>
              <a:ext cx="18126" cy="21356"/>
            </a:xfrm>
            <a:custGeom>
              <a:avLst/>
              <a:gdLst>
                <a:gd name="connsiteX0" fmla="*/ 18127 w 18126"/>
                <a:gd name="connsiteY0" fmla="*/ 18546 h 21356"/>
                <a:gd name="connsiteX1" fmla="*/ 18127 w 18126"/>
                <a:gd name="connsiteY1" fmla="*/ 2666 h 21356"/>
                <a:gd name="connsiteX2" fmla="*/ 15316 w 18126"/>
                <a:gd name="connsiteY2" fmla="*/ 0 h 21356"/>
                <a:gd name="connsiteX3" fmla="*/ 2811 w 18126"/>
                <a:gd name="connsiteY3" fmla="*/ 0 h 21356"/>
                <a:gd name="connsiteX4" fmla="*/ 0 w 18126"/>
                <a:gd name="connsiteY4" fmla="*/ 2666 h 21356"/>
                <a:gd name="connsiteX5" fmla="*/ 0 w 18126"/>
                <a:gd name="connsiteY5" fmla="*/ 18546 h 21356"/>
                <a:gd name="connsiteX6" fmla="*/ 2811 w 18126"/>
                <a:gd name="connsiteY6" fmla="*/ 21357 h 21356"/>
                <a:gd name="connsiteX7" fmla="*/ 15316 w 18126"/>
                <a:gd name="connsiteY7" fmla="*/ 21357 h 21356"/>
                <a:gd name="connsiteX8" fmla="*/ 18127 w 18126"/>
                <a:gd name="connsiteY8" fmla="*/ 18546 h 21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126" h="21356">
                  <a:moveTo>
                    <a:pt x="18127" y="18546"/>
                  </a:moveTo>
                  <a:lnTo>
                    <a:pt x="18127" y="2666"/>
                  </a:lnTo>
                  <a:cubicBezTo>
                    <a:pt x="18127" y="1130"/>
                    <a:pt x="16865" y="0"/>
                    <a:pt x="15316" y="0"/>
                  </a:cubicBezTo>
                  <a:lnTo>
                    <a:pt x="2811" y="0"/>
                  </a:lnTo>
                  <a:cubicBezTo>
                    <a:pt x="1274" y="0"/>
                    <a:pt x="0" y="1130"/>
                    <a:pt x="0" y="2666"/>
                  </a:cubicBezTo>
                  <a:lnTo>
                    <a:pt x="0" y="18546"/>
                  </a:lnTo>
                  <a:cubicBezTo>
                    <a:pt x="0" y="20096"/>
                    <a:pt x="1274" y="21357"/>
                    <a:pt x="2811" y="21357"/>
                  </a:cubicBezTo>
                  <a:lnTo>
                    <a:pt x="15316" y="21357"/>
                  </a:lnTo>
                  <a:cubicBezTo>
                    <a:pt x="16865" y="21357"/>
                    <a:pt x="18127" y="20096"/>
                    <a:pt x="18127" y="18546"/>
                  </a:cubicBezTo>
                </a:path>
              </a:pathLst>
            </a:custGeom>
            <a:solidFill>
              <a:schemeClr val="bg1"/>
            </a:solidFill>
            <a:ln w="13129" cap="flat">
              <a:noFill/>
              <a:prstDash val="solid"/>
              <a:miter/>
            </a:ln>
          </p:spPr>
          <p:txBody>
            <a:bodyPr rtlCol="0" anchor="ctr"/>
            <a:lstStyle/>
            <a:p>
              <a:endParaRPr lang="de-DE"/>
            </a:p>
          </p:txBody>
        </p:sp>
      </p:grpSp>
      <p:sp>
        <p:nvSpPr>
          <p:cNvPr id="15" name="Grafik 13">
            <a:extLst>
              <a:ext uri="{FF2B5EF4-FFF2-40B4-BE49-F238E27FC236}">
                <a16:creationId xmlns:a16="http://schemas.microsoft.com/office/drawing/2014/main" id="{2F1322C0-99AE-6971-F67D-5E1D53269774}"/>
              </a:ext>
            </a:extLst>
          </p:cNvPr>
          <p:cNvSpPr/>
          <p:nvPr/>
        </p:nvSpPr>
        <p:spPr>
          <a:xfrm>
            <a:off x="269479" y="257680"/>
            <a:ext cx="11647785" cy="6331539"/>
          </a:xfrm>
          <a:custGeom>
            <a:avLst/>
            <a:gdLst>
              <a:gd name="connsiteX0" fmla="*/ 11647785 w 11647785"/>
              <a:gd name="connsiteY0" fmla="*/ 6331540 h 6331539"/>
              <a:gd name="connsiteX1" fmla="*/ 2701721 w 11647785"/>
              <a:gd name="connsiteY1" fmla="*/ 6331540 h 6331539"/>
              <a:gd name="connsiteX2" fmla="*/ 2696969 w 11647785"/>
              <a:gd name="connsiteY2" fmla="*/ 6326788 h 6331539"/>
              <a:gd name="connsiteX3" fmla="*/ 2701721 w 11647785"/>
              <a:gd name="connsiteY3" fmla="*/ 6322036 h 6331539"/>
              <a:gd name="connsiteX4" fmla="*/ 11638281 w 11647785"/>
              <a:gd name="connsiteY4" fmla="*/ 6322036 h 6331539"/>
              <a:gd name="connsiteX5" fmla="*/ 11638281 w 11647785"/>
              <a:gd name="connsiteY5" fmla="*/ 9504 h 6331539"/>
              <a:gd name="connsiteX6" fmla="*/ 9504 w 11647785"/>
              <a:gd name="connsiteY6" fmla="*/ 9504 h 6331539"/>
              <a:gd name="connsiteX7" fmla="*/ 9504 w 11647785"/>
              <a:gd name="connsiteY7" fmla="*/ 6322036 h 6331539"/>
              <a:gd name="connsiteX8" fmla="*/ 616696 w 11647785"/>
              <a:gd name="connsiteY8" fmla="*/ 6322036 h 6331539"/>
              <a:gd name="connsiteX9" fmla="*/ 621448 w 11647785"/>
              <a:gd name="connsiteY9" fmla="*/ 6326788 h 6331539"/>
              <a:gd name="connsiteX10" fmla="*/ 616696 w 11647785"/>
              <a:gd name="connsiteY10" fmla="*/ 6331540 h 6331539"/>
              <a:gd name="connsiteX11" fmla="*/ 0 w 11647785"/>
              <a:gd name="connsiteY11" fmla="*/ 6331540 h 6331539"/>
              <a:gd name="connsiteX12" fmla="*/ 0 w 11647785"/>
              <a:gd name="connsiteY12" fmla="*/ 0 h 6331539"/>
              <a:gd name="connsiteX13" fmla="*/ 11647785 w 11647785"/>
              <a:gd name="connsiteY13" fmla="*/ 0 h 6331539"/>
              <a:gd name="connsiteX14" fmla="*/ 11647785 w 11647785"/>
              <a:gd name="connsiteY14" fmla="*/ 6331540 h 6331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1647785" h="6331539">
                <a:moveTo>
                  <a:pt x="11647785" y="6331540"/>
                </a:moveTo>
                <a:lnTo>
                  <a:pt x="2701721" y="6331540"/>
                </a:lnTo>
                <a:cubicBezTo>
                  <a:pt x="2699098" y="6331540"/>
                  <a:pt x="2696969" y="6329411"/>
                  <a:pt x="2696969" y="6326788"/>
                </a:cubicBezTo>
                <a:cubicBezTo>
                  <a:pt x="2696969" y="6324165"/>
                  <a:pt x="2699098" y="6322036"/>
                  <a:pt x="2701721" y="6322036"/>
                </a:cubicBezTo>
                <a:lnTo>
                  <a:pt x="11638281" y="6322036"/>
                </a:lnTo>
                <a:lnTo>
                  <a:pt x="11638281" y="9504"/>
                </a:lnTo>
                <a:lnTo>
                  <a:pt x="9504" y="9504"/>
                </a:lnTo>
                <a:lnTo>
                  <a:pt x="9504" y="6322036"/>
                </a:lnTo>
                <a:lnTo>
                  <a:pt x="616696" y="6322036"/>
                </a:lnTo>
                <a:cubicBezTo>
                  <a:pt x="619319" y="6322036"/>
                  <a:pt x="621448" y="6324165"/>
                  <a:pt x="621448" y="6326788"/>
                </a:cubicBezTo>
                <a:cubicBezTo>
                  <a:pt x="621448" y="6329411"/>
                  <a:pt x="619319" y="6331540"/>
                  <a:pt x="616696" y="6331540"/>
                </a:cubicBezTo>
                <a:lnTo>
                  <a:pt x="0" y="6331540"/>
                </a:lnTo>
                <a:lnTo>
                  <a:pt x="0" y="0"/>
                </a:lnTo>
                <a:lnTo>
                  <a:pt x="11647785" y="0"/>
                </a:lnTo>
                <a:lnTo>
                  <a:pt x="11647785" y="6331540"/>
                </a:lnTo>
                <a:close/>
              </a:path>
            </a:pathLst>
          </a:custGeom>
          <a:solidFill>
            <a:srgbClr val="FFFFFF"/>
          </a:solidFill>
          <a:ln w="12665" cap="flat">
            <a:noFill/>
            <a:prstDash val="solid"/>
            <a:miter/>
          </a:ln>
        </p:spPr>
        <p:txBody>
          <a:bodyPr rtlCol="0" anchor="ctr"/>
          <a:lstStyle/>
          <a:p>
            <a:endParaRPr lang="de-DE"/>
          </a:p>
        </p:txBody>
      </p:sp>
      <p:sp>
        <p:nvSpPr>
          <p:cNvPr id="3" name="Titel 2">
            <a:extLst>
              <a:ext uri="{FF2B5EF4-FFF2-40B4-BE49-F238E27FC236}">
                <a16:creationId xmlns:a16="http://schemas.microsoft.com/office/drawing/2014/main" id="{D42D59D7-2404-EFDF-749D-11191773366E}"/>
              </a:ext>
            </a:extLst>
          </p:cNvPr>
          <p:cNvSpPr>
            <a:spLocks noGrp="1"/>
          </p:cNvSpPr>
          <p:nvPr>
            <p:ph type="title"/>
          </p:nvPr>
        </p:nvSpPr>
        <p:spPr>
          <a:xfrm>
            <a:off x="1019174" y="533488"/>
            <a:ext cx="8330772" cy="840882"/>
          </a:xfrm>
        </p:spPr>
        <p:txBody>
          <a:bodyPr>
            <a:noAutofit/>
          </a:bodyPr>
          <a:lstStyle>
            <a:lvl1pPr>
              <a:defRPr sz="2600">
                <a:solidFill>
                  <a:schemeClr val="bg1"/>
                </a:solidFill>
              </a:defRPr>
            </a:lvl1pPr>
          </a:lstStyle>
          <a:p>
            <a:r>
              <a:rPr lang="en-US"/>
              <a:t>Click to edit Master title style</a:t>
            </a:r>
            <a:endParaRPr lang="de-DE" dirty="0"/>
          </a:p>
        </p:txBody>
      </p:sp>
    </p:spTree>
    <p:extLst>
      <p:ext uri="{BB962C8B-B14F-4D97-AF65-F5344CB8AC3E}">
        <p14:creationId xmlns:p14="http://schemas.microsoft.com/office/powerpoint/2010/main" val="10724621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Zitat mit Bild">
    <p:bg>
      <p:bgPr>
        <a:solidFill>
          <a:schemeClr val="accent3"/>
        </a:solidFill>
        <a:effectLst/>
      </p:bgPr>
    </p:bg>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D1547975-65D5-85B1-D1EF-AF76C41211DD}"/>
              </a:ext>
            </a:extLst>
          </p:cNvPr>
          <p:cNvSpPr>
            <a:spLocks noGrp="1"/>
          </p:cNvSpPr>
          <p:nvPr>
            <p:ph type="body" sz="quarter" idx="16" hasCustomPrompt="1"/>
          </p:nvPr>
        </p:nvSpPr>
        <p:spPr>
          <a:xfrm>
            <a:off x="1019175" y="934544"/>
            <a:ext cx="4756150" cy="5226543"/>
          </a:xfrm>
        </p:spPr>
        <p:txBody>
          <a:bodyPr/>
          <a:lstStyle>
            <a:lvl1pPr marL="0" indent="0">
              <a:lnSpc>
                <a:spcPts val="2600"/>
              </a:lnSpc>
              <a:buFont typeface="Arial" panose="020B0604020202020204" pitchFamily="34" charset="0"/>
              <a:buNone/>
              <a:defRPr sz="2200">
                <a:solidFill>
                  <a:schemeClr val="bg1"/>
                </a:solidFill>
              </a:defRPr>
            </a:lvl1pPr>
            <a:lvl2pPr marL="0" indent="0">
              <a:lnSpc>
                <a:spcPts val="2200"/>
              </a:lnSpc>
              <a:buNone/>
              <a:defRPr sz="1600">
                <a:solidFill>
                  <a:schemeClr val="bg1"/>
                </a:solidFill>
              </a:defRPr>
            </a:lvl2pPr>
            <a:lvl3pPr marL="0" indent="0">
              <a:lnSpc>
                <a:spcPts val="2600"/>
              </a:lnSpc>
              <a:buClr>
                <a:schemeClr val="bg1"/>
              </a:buClr>
              <a:buFont typeface="Arial" panose="020B0604020202020204" pitchFamily="34" charset="0"/>
              <a:buNone/>
              <a:defRPr sz="2200">
                <a:solidFill>
                  <a:schemeClr val="bg1"/>
                </a:solidFill>
              </a:defRPr>
            </a:lvl3pPr>
            <a:lvl4pPr marL="0" indent="0">
              <a:lnSpc>
                <a:spcPts val="2600"/>
              </a:lnSpc>
              <a:buFont typeface="Arial" panose="020B0604020202020204" pitchFamily="34" charset="0"/>
              <a:buNone/>
              <a:defRPr sz="2200">
                <a:solidFill>
                  <a:schemeClr val="bg1"/>
                </a:solidFill>
              </a:defRPr>
            </a:lvl4pPr>
            <a:lvl5pPr marL="0" indent="0">
              <a:lnSpc>
                <a:spcPts val="2600"/>
              </a:lnSpc>
              <a:buNone/>
              <a:defRPr sz="2200">
                <a:solidFill>
                  <a:schemeClr val="bg1"/>
                </a:solidFill>
              </a:defRPr>
            </a:lvl5pPr>
          </a:lstStyle>
          <a:p>
            <a:pPr lvl="0"/>
            <a:r>
              <a:rPr lang="de-DE" dirty="0"/>
              <a:t>Hier Zitat eingeben</a:t>
            </a:r>
          </a:p>
          <a:p>
            <a:pPr lvl="1"/>
            <a:r>
              <a:rPr lang="de-DE" dirty="0"/>
              <a:t>Quelle</a:t>
            </a:r>
          </a:p>
        </p:txBody>
      </p:sp>
      <p:grpSp>
        <p:nvGrpSpPr>
          <p:cNvPr id="15" name="Claim">
            <a:extLst>
              <a:ext uri="{FF2B5EF4-FFF2-40B4-BE49-F238E27FC236}">
                <a16:creationId xmlns:a16="http://schemas.microsoft.com/office/drawing/2014/main" id="{75F76079-CD38-5929-B170-7AA9C12975B8}"/>
              </a:ext>
            </a:extLst>
          </p:cNvPr>
          <p:cNvGrpSpPr/>
          <p:nvPr/>
        </p:nvGrpSpPr>
        <p:grpSpPr>
          <a:xfrm>
            <a:off x="987425" y="6568750"/>
            <a:ext cx="1874044" cy="131707"/>
            <a:chOff x="436104" y="6563646"/>
            <a:chExt cx="1940291" cy="136362"/>
          </a:xfrm>
          <a:solidFill>
            <a:schemeClr val="bg1"/>
          </a:solidFill>
        </p:grpSpPr>
        <p:sp>
          <p:nvSpPr>
            <p:cNvPr id="16" name="Freihandform: Form 15">
              <a:extLst>
                <a:ext uri="{FF2B5EF4-FFF2-40B4-BE49-F238E27FC236}">
                  <a16:creationId xmlns:a16="http://schemas.microsoft.com/office/drawing/2014/main" id="{02838F59-4451-00D2-2B7C-D5A2B116875E}"/>
                </a:ext>
              </a:extLst>
            </p:cNvPr>
            <p:cNvSpPr/>
            <p:nvPr/>
          </p:nvSpPr>
          <p:spPr>
            <a:xfrm>
              <a:off x="436104" y="6563646"/>
              <a:ext cx="1890036" cy="136362"/>
            </a:xfrm>
            <a:custGeom>
              <a:avLst/>
              <a:gdLst>
                <a:gd name="connsiteX0" fmla="*/ 1871359 w 1890036"/>
                <a:gd name="connsiteY0" fmla="*/ 61443 h 136362"/>
                <a:gd name="connsiteX1" fmla="*/ 1841529 w 1890036"/>
                <a:gd name="connsiteY1" fmla="*/ 61443 h 136362"/>
                <a:gd name="connsiteX2" fmla="*/ 1841529 w 1890036"/>
                <a:gd name="connsiteY2" fmla="*/ 60878 h 136362"/>
                <a:gd name="connsiteX3" fmla="*/ 1856582 w 1890036"/>
                <a:gd name="connsiteY3" fmla="*/ 43567 h 136362"/>
                <a:gd name="connsiteX4" fmla="*/ 1871359 w 1890036"/>
                <a:gd name="connsiteY4" fmla="*/ 60878 h 136362"/>
                <a:gd name="connsiteX5" fmla="*/ 1871359 w 1890036"/>
                <a:gd name="connsiteY5" fmla="*/ 61443 h 136362"/>
                <a:gd name="connsiteX6" fmla="*/ 1890037 w 1890036"/>
                <a:gd name="connsiteY6" fmla="*/ 71136 h 136362"/>
                <a:gd name="connsiteX7" fmla="*/ 1890037 w 1890036"/>
                <a:gd name="connsiteY7" fmla="*/ 63269 h 136362"/>
                <a:gd name="connsiteX8" fmla="*/ 1856582 w 1890036"/>
                <a:gd name="connsiteY8" fmla="*/ 27556 h 136362"/>
                <a:gd name="connsiteX9" fmla="*/ 1822838 w 1890036"/>
                <a:gd name="connsiteY9" fmla="*/ 63269 h 136362"/>
                <a:gd name="connsiteX10" fmla="*/ 1822838 w 1890036"/>
                <a:gd name="connsiteY10" fmla="*/ 73658 h 136362"/>
                <a:gd name="connsiteX11" fmla="*/ 1856858 w 1890036"/>
                <a:gd name="connsiteY11" fmla="*/ 108951 h 136362"/>
                <a:gd name="connsiteX12" fmla="*/ 1884139 w 1890036"/>
                <a:gd name="connsiteY12" fmla="*/ 106560 h 136362"/>
                <a:gd name="connsiteX13" fmla="*/ 1887082 w 1890036"/>
                <a:gd name="connsiteY13" fmla="*/ 102909 h 136362"/>
                <a:gd name="connsiteX14" fmla="*/ 1887082 w 1890036"/>
                <a:gd name="connsiteY14" fmla="*/ 93636 h 136362"/>
                <a:gd name="connsiteX15" fmla="*/ 1884560 w 1890036"/>
                <a:gd name="connsiteY15" fmla="*/ 91534 h 136362"/>
                <a:gd name="connsiteX16" fmla="*/ 1884139 w 1890036"/>
                <a:gd name="connsiteY16" fmla="*/ 91534 h 136362"/>
                <a:gd name="connsiteX17" fmla="*/ 1858263 w 1890036"/>
                <a:gd name="connsiteY17" fmla="*/ 92940 h 136362"/>
                <a:gd name="connsiteX18" fmla="*/ 1841384 w 1890036"/>
                <a:gd name="connsiteY18" fmla="*/ 75064 h 136362"/>
                <a:gd name="connsiteX19" fmla="*/ 1841384 w 1890036"/>
                <a:gd name="connsiteY19" fmla="*/ 74643 h 136362"/>
                <a:gd name="connsiteX20" fmla="*/ 1887226 w 1890036"/>
                <a:gd name="connsiteY20" fmla="*/ 74643 h 136362"/>
                <a:gd name="connsiteX21" fmla="*/ 1890037 w 1890036"/>
                <a:gd name="connsiteY21" fmla="*/ 71136 h 136362"/>
                <a:gd name="connsiteX22" fmla="*/ 1789934 w 1890036"/>
                <a:gd name="connsiteY22" fmla="*/ 114310 h 136362"/>
                <a:gd name="connsiteX23" fmla="*/ 1774041 w 1890036"/>
                <a:gd name="connsiteY23" fmla="*/ 122322 h 136362"/>
                <a:gd name="connsiteX24" fmla="*/ 1757293 w 1890036"/>
                <a:gd name="connsiteY24" fmla="*/ 113036 h 136362"/>
                <a:gd name="connsiteX25" fmla="*/ 1757293 w 1890036"/>
                <a:gd name="connsiteY25" fmla="*/ 111775 h 136362"/>
                <a:gd name="connsiteX26" fmla="*/ 1760814 w 1890036"/>
                <a:gd name="connsiteY26" fmla="*/ 101924 h 136362"/>
                <a:gd name="connsiteX27" fmla="*/ 1773331 w 1890036"/>
                <a:gd name="connsiteY27" fmla="*/ 104879 h 136362"/>
                <a:gd name="connsiteX28" fmla="*/ 1789934 w 1890036"/>
                <a:gd name="connsiteY28" fmla="*/ 113324 h 136362"/>
                <a:gd name="connsiteX29" fmla="*/ 1789934 w 1890036"/>
                <a:gd name="connsiteY29" fmla="*/ 114310 h 136362"/>
                <a:gd name="connsiteX30" fmla="*/ 1788397 w 1890036"/>
                <a:gd name="connsiteY30" fmla="*/ 55808 h 136362"/>
                <a:gd name="connsiteX31" fmla="*/ 1773344 w 1890036"/>
                <a:gd name="connsiteY31" fmla="*/ 66920 h 136362"/>
                <a:gd name="connsiteX32" fmla="*/ 1758147 w 1890036"/>
                <a:gd name="connsiteY32" fmla="*/ 55808 h 136362"/>
                <a:gd name="connsiteX33" fmla="*/ 1758147 w 1890036"/>
                <a:gd name="connsiteY33" fmla="*/ 54679 h 136362"/>
                <a:gd name="connsiteX34" fmla="*/ 1773331 w 1890036"/>
                <a:gd name="connsiteY34" fmla="*/ 42727 h 136362"/>
                <a:gd name="connsiteX35" fmla="*/ 1788397 w 1890036"/>
                <a:gd name="connsiteY35" fmla="*/ 54679 h 136362"/>
                <a:gd name="connsiteX36" fmla="*/ 1788397 w 1890036"/>
                <a:gd name="connsiteY36" fmla="*/ 55808 h 136362"/>
                <a:gd name="connsiteX37" fmla="*/ 1810031 w 1890036"/>
                <a:gd name="connsiteY37" fmla="*/ 38235 h 136362"/>
                <a:gd name="connsiteX38" fmla="*/ 1810031 w 1890036"/>
                <a:gd name="connsiteY38" fmla="*/ 32337 h 136362"/>
                <a:gd name="connsiteX39" fmla="*/ 1806235 w 1890036"/>
                <a:gd name="connsiteY39" fmla="*/ 28541 h 136362"/>
                <a:gd name="connsiteX40" fmla="*/ 1773331 w 1890036"/>
                <a:gd name="connsiteY40" fmla="*/ 28541 h 136362"/>
                <a:gd name="connsiteX41" fmla="*/ 1739876 w 1890036"/>
                <a:gd name="connsiteY41" fmla="*/ 54403 h 136362"/>
                <a:gd name="connsiteX42" fmla="*/ 1739876 w 1890036"/>
                <a:gd name="connsiteY42" fmla="*/ 55388 h 136362"/>
                <a:gd name="connsiteX43" fmla="*/ 1745642 w 1890036"/>
                <a:gd name="connsiteY43" fmla="*/ 71846 h 136362"/>
                <a:gd name="connsiteX44" fmla="*/ 1740021 w 1890036"/>
                <a:gd name="connsiteY44" fmla="*/ 83220 h 136362"/>
                <a:gd name="connsiteX45" fmla="*/ 1740021 w 1890036"/>
                <a:gd name="connsiteY45" fmla="*/ 83365 h 136362"/>
                <a:gd name="connsiteX46" fmla="*/ 1746339 w 1890036"/>
                <a:gd name="connsiteY46" fmla="*/ 96302 h 136362"/>
                <a:gd name="connsiteX47" fmla="*/ 1739180 w 1890036"/>
                <a:gd name="connsiteY47" fmla="*/ 111775 h 136362"/>
                <a:gd name="connsiteX48" fmla="*/ 1739180 w 1890036"/>
                <a:gd name="connsiteY48" fmla="*/ 113036 h 136362"/>
                <a:gd name="connsiteX49" fmla="*/ 1774041 w 1890036"/>
                <a:gd name="connsiteY49" fmla="*/ 136362 h 136362"/>
                <a:gd name="connsiteX50" fmla="*/ 1808481 w 1890036"/>
                <a:gd name="connsiteY50" fmla="*/ 114310 h 136362"/>
                <a:gd name="connsiteX51" fmla="*/ 1808481 w 1890036"/>
                <a:gd name="connsiteY51" fmla="*/ 113324 h 136362"/>
                <a:gd name="connsiteX52" fmla="*/ 1776996 w 1890036"/>
                <a:gd name="connsiteY52" fmla="*/ 90812 h 136362"/>
                <a:gd name="connsiteX53" fmla="*/ 1760393 w 1890036"/>
                <a:gd name="connsiteY53" fmla="*/ 86872 h 136362"/>
                <a:gd name="connsiteX54" fmla="*/ 1755612 w 1890036"/>
                <a:gd name="connsiteY54" fmla="*/ 82235 h 136362"/>
                <a:gd name="connsiteX55" fmla="*/ 1758003 w 1890036"/>
                <a:gd name="connsiteY55" fmla="*/ 78584 h 136362"/>
                <a:gd name="connsiteX56" fmla="*/ 1773344 w 1890036"/>
                <a:gd name="connsiteY56" fmla="*/ 80974 h 136362"/>
                <a:gd name="connsiteX57" fmla="*/ 1806655 w 1890036"/>
                <a:gd name="connsiteY57" fmla="*/ 55388 h 136362"/>
                <a:gd name="connsiteX58" fmla="*/ 1806655 w 1890036"/>
                <a:gd name="connsiteY58" fmla="*/ 54403 h 136362"/>
                <a:gd name="connsiteX59" fmla="*/ 1803148 w 1890036"/>
                <a:gd name="connsiteY59" fmla="*/ 43147 h 136362"/>
                <a:gd name="connsiteX60" fmla="*/ 1807785 w 1890036"/>
                <a:gd name="connsiteY60" fmla="*/ 41321 h 136362"/>
                <a:gd name="connsiteX61" fmla="*/ 1810031 w 1890036"/>
                <a:gd name="connsiteY61" fmla="*/ 38235 h 136362"/>
                <a:gd name="connsiteX62" fmla="*/ 1702060 w 1890036"/>
                <a:gd name="connsiteY62" fmla="*/ 92795 h 136362"/>
                <a:gd name="connsiteX63" fmla="*/ 1688544 w 1890036"/>
                <a:gd name="connsiteY63" fmla="*/ 93780 h 136362"/>
                <a:gd name="connsiteX64" fmla="*/ 1673491 w 1890036"/>
                <a:gd name="connsiteY64" fmla="*/ 73671 h 136362"/>
                <a:gd name="connsiteX65" fmla="*/ 1673491 w 1890036"/>
                <a:gd name="connsiteY65" fmla="*/ 62835 h 136362"/>
                <a:gd name="connsiteX66" fmla="*/ 1688544 w 1890036"/>
                <a:gd name="connsiteY66" fmla="*/ 42727 h 136362"/>
                <a:gd name="connsiteX67" fmla="*/ 1702060 w 1890036"/>
                <a:gd name="connsiteY67" fmla="*/ 43712 h 136362"/>
                <a:gd name="connsiteX68" fmla="*/ 1702060 w 1890036"/>
                <a:gd name="connsiteY68" fmla="*/ 92795 h 136362"/>
                <a:gd name="connsiteX69" fmla="*/ 1720594 w 1890036"/>
                <a:gd name="connsiteY69" fmla="*/ 101503 h 136362"/>
                <a:gd name="connsiteX70" fmla="*/ 1720594 w 1890036"/>
                <a:gd name="connsiteY70" fmla="*/ 3651 h 136362"/>
                <a:gd name="connsiteX71" fmla="*/ 1717796 w 1890036"/>
                <a:gd name="connsiteY71" fmla="*/ 841 h 136362"/>
                <a:gd name="connsiteX72" fmla="*/ 1704871 w 1890036"/>
                <a:gd name="connsiteY72" fmla="*/ 841 h 136362"/>
                <a:gd name="connsiteX73" fmla="*/ 1702060 w 1890036"/>
                <a:gd name="connsiteY73" fmla="*/ 3651 h 136362"/>
                <a:gd name="connsiteX74" fmla="*/ 1702060 w 1890036"/>
                <a:gd name="connsiteY74" fmla="*/ 28541 h 136362"/>
                <a:gd name="connsiteX75" fmla="*/ 1688544 w 1890036"/>
                <a:gd name="connsiteY75" fmla="*/ 27556 h 136362"/>
                <a:gd name="connsiteX76" fmla="*/ 1654944 w 1890036"/>
                <a:gd name="connsiteY76" fmla="*/ 62835 h 136362"/>
                <a:gd name="connsiteX77" fmla="*/ 1654944 w 1890036"/>
                <a:gd name="connsiteY77" fmla="*/ 73671 h 136362"/>
                <a:gd name="connsiteX78" fmla="*/ 1688544 w 1890036"/>
                <a:gd name="connsiteY78" fmla="*/ 108951 h 136362"/>
                <a:gd name="connsiteX79" fmla="*/ 1716811 w 1890036"/>
                <a:gd name="connsiteY79" fmla="*/ 105299 h 136362"/>
                <a:gd name="connsiteX80" fmla="*/ 1720594 w 1890036"/>
                <a:gd name="connsiteY80" fmla="*/ 101503 h 136362"/>
                <a:gd name="connsiteX81" fmla="*/ 1621069 w 1890036"/>
                <a:gd name="connsiteY81" fmla="*/ 61443 h 136362"/>
                <a:gd name="connsiteX82" fmla="*/ 1591239 w 1890036"/>
                <a:gd name="connsiteY82" fmla="*/ 61443 h 136362"/>
                <a:gd name="connsiteX83" fmla="*/ 1591239 w 1890036"/>
                <a:gd name="connsiteY83" fmla="*/ 60878 h 136362"/>
                <a:gd name="connsiteX84" fmla="*/ 1606292 w 1890036"/>
                <a:gd name="connsiteY84" fmla="*/ 43567 h 136362"/>
                <a:gd name="connsiteX85" fmla="*/ 1621069 w 1890036"/>
                <a:gd name="connsiteY85" fmla="*/ 60878 h 136362"/>
                <a:gd name="connsiteX86" fmla="*/ 1621069 w 1890036"/>
                <a:gd name="connsiteY86" fmla="*/ 61443 h 136362"/>
                <a:gd name="connsiteX87" fmla="*/ 1639747 w 1890036"/>
                <a:gd name="connsiteY87" fmla="*/ 71136 h 136362"/>
                <a:gd name="connsiteX88" fmla="*/ 1639747 w 1890036"/>
                <a:gd name="connsiteY88" fmla="*/ 63269 h 136362"/>
                <a:gd name="connsiteX89" fmla="*/ 1606292 w 1890036"/>
                <a:gd name="connsiteY89" fmla="*/ 27556 h 136362"/>
                <a:gd name="connsiteX90" fmla="*/ 1572548 w 1890036"/>
                <a:gd name="connsiteY90" fmla="*/ 63269 h 136362"/>
                <a:gd name="connsiteX91" fmla="*/ 1572548 w 1890036"/>
                <a:gd name="connsiteY91" fmla="*/ 73658 h 136362"/>
                <a:gd name="connsiteX92" fmla="*/ 1606568 w 1890036"/>
                <a:gd name="connsiteY92" fmla="*/ 108951 h 136362"/>
                <a:gd name="connsiteX93" fmla="*/ 1633849 w 1890036"/>
                <a:gd name="connsiteY93" fmla="*/ 106560 h 136362"/>
                <a:gd name="connsiteX94" fmla="*/ 1636792 w 1890036"/>
                <a:gd name="connsiteY94" fmla="*/ 102909 h 136362"/>
                <a:gd name="connsiteX95" fmla="*/ 1636792 w 1890036"/>
                <a:gd name="connsiteY95" fmla="*/ 93636 h 136362"/>
                <a:gd name="connsiteX96" fmla="*/ 1634270 w 1890036"/>
                <a:gd name="connsiteY96" fmla="*/ 91534 h 136362"/>
                <a:gd name="connsiteX97" fmla="*/ 1633849 w 1890036"/>
                <a:gd name="connsiteY97" fmla="*/ 91534 h 136362"/>
                <a:gd name="connsiteX98" fmla="*/ 1607973 w 1890036"/>
                <a:gd name="connsiteY98" fmla="*/ 92940 h 136362"/>
                <a:gd name="connsiteX99" fmla="*/ 1591094 w 1890036"/>
                <a:gd name="connsiteY99" fmla="*/ 75064 h 136362"/>
                <a:gd name="connsiteX100" fmla="*/ 1591094 w 1890036"/>
                <a:gd name="connsiteY100" fmla="*/ 74643 h 136362"/>
                <a:gd name="connsiteX101" fmla="*/ 1636936 w 1890036"/>
                <a:gd name="connsiteY101" fmla="*/ 74643 h 136362"/>
                <a:gd name="connsiteX102" fmla="*/ 1639747 w 1890036"/>
                <a:gd name="connsiteY102" fmla="*/ 71136 h 136362"/>
                <a:gd name="connsiteX103" fmla="*/ 1553830 w 1890036"/>
                <a:gd name="connsiteY103" fmla="*/ 104879 h 136362"/>
                <a:gd name="connsiteX104" fmla="*/ 1553830 w 1890036"/>
                <a:gd name="connsiteY104" fmla="*/ 3651 h 136362"/>
                <a:gd name="connsiteX105" fmla="*/ 1551164 w 1890036"/>
                <a:gd name="connsiteY105" fmla="*/ 841 h 136362"/>
                <a:gd name="connsiteX106" fmla="*/ 1538107 w 1890036"/>
                <a:gd name="connsiteY106" fmla="*/ 841 h 136362"/>
                <a:gd name="connsiteX107" fmla="*/ 1535296 w 1890036"/>
                <a:gd name="connsiteY107" fmla="*/ 3651 h 136362"/>
                <a:gd name="connsiteX108" fmla="*/ 1535296 w 1890036"/>
                <a:gd name="connsiteY108" fmla="*/ 104879 h 136362"/>
                <a:gd name="connsiteX109" fmla="*/ 1538107 w 1890036"/>
                <a:gd name="connsiteY109" fmla="*/ 107821 h 136362"/>
                <a:gd name="connsiteX110" fmla="*/ 1551164 w 1890036"/>
                <a:gd name="connsiteY110" fmla="*/ 107821 h 136362"/>
                <a:gd name="connsiteX111" fmla="*/ 1553830 w 1890036"/>
                <a:gd name="connsiteY111" fmla="*/ 104879 h 136362"/>
                <a:gd name="connsiteX112" fmla="*/ 1519679 w 1890036"/>
                <a:gd name="connsiteY112" fmla="*/ 31352 h 136362"/>
                <a:gd name="connsiteX113" fmla="*/ 1516868 w 1890036"/>
                <a:gd name="connsiteY113" fmla="*/ 28541 h 136362"/>
                <a:gd name="connsiteX114" fmla="*/ 1503220 w 1890036"/>
                <a:gd name="connsiteY114" fmla="*/ 28541 h 136362"/>
                <a:gd name="connsiteX115" fmla="*/ 1500698 w 1890036"/>
                <a:gd name="connsiteY115" fmla="*/ 31076 h 136362"/>
                <a:gd name="connsiteX116" fmla="*/ 1491832 w 1890036"/>
                <a:gd name="connsiteY116" fmla="*/ 90536 h 136362"/>
                <a:gd name="connsiteX117" fmla="*/ 1491136 w 1890036"/>
                <a:gd name="connsiteY117" fmla="*/ 92506 h 136362"/>
                <a:gd name="connsiteX118" fmla="*/ 1490151 w 1890036"/>
                <a:gd name="connsiteY118" fmla="*/ 90536 h 136362"/>
                <a:gd name="connsiteX119" fmla="*/ 1478474 w 1890036"/>
                <a:gd name="connsiteY119" fmla="*/ 43304 h 136362"/>
                <a:gd name="connsiteX120" fmla="*/ 1470606 w 1890036"/>
                <a:gd name="connsiteY120" fmla="*/ 37249 h 136362"/>
                <a:gd name="connsiteX121" fmla="*/ 1460754 w 1890036"/>
                <a:gd name="connsiteY121" fmla="*/ 37249 h 136362"/>
                <a:gd name="connsiteX122" fmla="*/ 1452887 w 1890036"/>
                <a:gd name="connsiteY122" fmla="*/ 43304 h 136362"/>
                <a:gd name="connsiteX123" fmla="*/ 1441209 w 1890036"/>
                <a:gd name="connsiteY123" fmla="*/ 90536 h 136362"/>
                <a:gd name="connsiteX124" fmla="*/ 1440224 w 1890036"/>
                <a:gd name="connsiteY124" fmla="*/ 92506 h 136362"/>
                <a:gd name="connsiteX125" fmla="*/ 1439528 w 1890036"/>
                <a:gd name="connsiteY125" fmla="*/ 90536 h 136362"/>
                <a:gd name="connsiteX126" fmla="*/ 1430662 w 1890036"/>
                <a:gd name="connsiteY126" fmla="*/ 31076 h 136362"/>
                <a:gd name="connsiteX127" fmla="*/ 1428140 w 1890036"/>
                <a:gd name="connsiteY127" fmla="*/ 28541 h 136362"/>
                <a:gd name="connsiteX128" fmla="*/ 1414493 w 1890036"/>
                <a:gd name="connsiteY128" fmla="*/ 28541 h 136362"/>
                <a:gd name="connsiteX129" fmla="*/ 1411682 w 1890036"/>
                <a:gd name="connsiteY129" fmla="*/ 31352 h 136362"/>
                <a:gd name="connsiteX130" fmla="*/ 1411682 w 1890036"/>
                <a:gd name="connsiteY130" fmla="*/ 31772 h 136362"/>
                <a:gd name="connsiteX131" fmla="*/ 1424475 w 1890036"/>
                <a:gd name="connsiteY131" fmla="*/ 96434 h 136362"/>
                <a:gd name="connsiteX132" fmla="*/ 1436993 w 1890036"/>
                <a:gd name="connsiteY132" fmla="*/ 108241 h 136362"/>
                <a:gd name="connsiteX133" fmla="*/ 1440789 w 1890036"/>
                <a:gd name="connsiteY133" fmla="*/ 108241 h 136362"/>
                <a:gd name="connsiteX134" fmla="*/ 1454148 w 1890036"/>
                <a:gd name="connsiteY134" fmla="*/ 97287 h 136362"/>
                <a:gd name="connsiteX135" fmla="*/ 1465260 w 1890036"/>
                <a:gd name="connsiteY135" fmla="*/ 54259 h 136362"/>
                <a:gd name="connsiteX136" fmla="*/ 1465680 w 1890036"/>
                <a:gd name="connsiteY136" fmla="*/ 53562 h 136362"/>
                <a:gd name="connsiteX137" fmla="*/ 1466100 w 1890036"/>
                <a:gd name="connsiteY137" fmla="*/ 54259 h 136362"/>
                <a:gd name="connsiteX138" fmla="*/ 1477213 w 1890036"/>
                <a:gd name="connsiteY138" fmla="*/ 97287 h 136362"/>
                <a:gd name="connsiteX139" fmla="*/ 1490571 w 1890036"/>
                <a:gd name="connsiteY139" fmla="*/ 108241 h 136362"/>
                <a:gd name="connsiteX140" fmla="*/ 1494367 w 1890036"/>
                <a:gd name="connsiteY140" fmla="*/ 108241 h 136362"/>
                <a:gd name="connsiteX141" fmla="*/ 1506885 w 1890036"/>
                <a:gd name="connsiteY141" fmla="*/ 96434 h 136362"/>
                <a:gd name="connsiteX142" fmla="*/ 1519679 w 1890036"/>
                <a:gd name="connsiteY142" fmla="*/ 31772 h 136362"/>
                <a:gd name="connsiteX143" fmla="*/ 1519679 w 1890036"/>
                <a:gd name="connsiteY143" fmla="*/ 31352 h 136362"/>
                <a:gd name="connsiteX144" fmla="*/ 1382889 w 1890036"/>
                <a:gd name="connsiteY144" fmla="*/ 73947 h 136362"/>
                <a:gd name="connsiteX145" fmla="*/ 1367837 w 1890036"/>
                <a:gd name="connsiteY145" fmla="*/ 92940 h 136362"/>
                <a:gd name="connsiteX146" fmla="*/ 1352784 w 1890036"/>
                <a:gd name="connsiteY146" fmla="*/ 73947 h 136362"/>
                <a:gd name="connsiteX147" fmla="*/ 1352784 w 1890036"/>
                <a:gd name="connsiteY147" fmla="*/ 62560 h 136362"/>
                <a:gd name="connsiteX148" fmla="*/ 1367837 w 1890036"/>
                <a:gd name="connsiteY148" fmla="*/ 43567 h 136362"/>
                <a:gd name="connsiteX149" fmla="*/ 1382889 w 1890036"/>
                <a:gd name="connsiteY149" fmla="*/ 62560 h 136362"/>
                <a:gd name="connsiteX150" fmla="*/ 1382889 w 1890036"/>
                <a:gd name="connsiteY150" fmla="*/ 73947 h 136362"/>
                <a:gd name="connsiteX151" fmla="*/ 1401436 w 1890036"/>
                <a:gd name="connsiteY151" fmla="*/ 73947 h 136362"/>
                <a:gd name="connsiteX152" fmla="*/ 1401436 w 1890036"/>
                <a:gd name="connsiteY152" fmla="*/ 62560 h 136362"/>
                <a:gd name="connsiteX153" fmla="*/ 1367837 w 1890036"/>
                <a:gd name="connsiteY153" fmla="*/ 27556 h 136362"/>
                <a:gd name="connsiteX154" fmla="*/ 1334237 w 1890036"/>
                <a:gd name="connsiteY154" fmla="*/ 62560 h 136362"/>
                <a:gd name="connsiteX155" fmla="*/ 1334237 w 1890036"/>
                <a:gd name="connsiteY155" fmla="*/ 73947 h 136362"/>
                <a:gd name="connsiteX156" fmla="*/ 1367837 w 1890036"/>
                <a:gd name="connsiteY156" fmla="*/ 108951 h 136362"/>
                <a:gd name="connsiteX157" fmla="*/ 1401436 w 1890036"/>
                <a:gd name="connsiteY157" fmla="*/ 73947 h 136362"/>
                <a:gd name="connsiteX158" fmla="*/ 1316215 w 1890036"/>
                <a:gd name="connsiteY158" fmla="*/ 104866 h 136362"/>
                <a:gd name="connsiteX159" fmla="*/ 1316215 w 1890036"/>
                <a:gd name="connsiteY159" fmla="*/ 59040 h 136362"/>
                <a:gd name="connsiteX160" fmla="*/ 1291919 w 1890036"/>
                <a:gd name="connsiteY160" fmla="*/ 27556 h 136362"/>
                <a:gd name="connsiteX161" fmla="*/ 1269117 w 1890036"/>
                <a:gd name="connsiteY161" fmla="*/ 34294 h 136362"/>
                <a:gd name="connsiteX162" fmla="*/ 1269117 w 1890036"/>
                <a:gd name="connsiteY162" fmla="*/ 31352 h 136362"/>
                <a:gd name="connsiteX163" fmla="*/ 1266306 w 1890036"/>
                <a:gd name="connsiteY163" fmla="*/ 28541 h 136362"/>
                <a:gd name="connsiteX164" fmla="*/ 1254090 w 1890036"/>
                <a:gd name="connsiteY164" fmla="*/ 28541 h 136362"/>
                <a:gd name="connsiteX165" fmla="*/ 1251279 w 1890036"/>
                <a:gd name="connsiteY165" fmla="*/ 31352 h 136362"/>
                <a:gd name="connsiteX166" fmla="*/ 1251279 w 1890036"/>
                <a:gd name="connsiteY166" fmla="*/ 104879 h 136362"/>
                <a:gd name="connsiteX167" fmla="*/ 1254090 w 1890036"/>
                <a:gd name="connsiteY167" fmla="*/ 107821 h 136362"/>
                <a:gd name="connsiteX168" fmla="*/ 1267015 w 1890036"/>
                <a:gd name="connsiteY168" fmla="*/ 107821 h 136362"/>
                <a:gd name="connsiteX169" fmla="*/ 1269826 w 1890036"/>
                <a:gd name="connsiteY169" fmla="*/ 104879 h 136362"/>
                <a:gd name="connsiteX170" fmla="*/ 1269826 w 1890036"/>
                <a:gd name="connsiteY170" fmla="*/ 48361 h 136362"/>
                <a:gd name="connsiteX171" fmla="*/ 1285720 w 1890036"/>
                <a:gd name="connsiteY171" fmla="*/ 43291 h 136362"/>
                <a:gd name="connsiteX172" fmla="*/ 1297686 w 1890036"/>
                <a:gd name="connsiteY172" fmla="*/ 59040 h 136362"/>
                <a:gd name="connsiteX173" fmla="*/ 1297686 w 1890036"/>
                <a:gd name="connsiteY173" fmla="*/ 104866 h 136362"/>
                <a:gd name="connsiteX174" fmla="*/ 1300497 w 1890036"/>
                <a:gd name="connsiteY174" fmla="*/ 107821 h 136362"/>
                <a:gd name="connsiteX175" fmla="*/ 1313422 w 1890036"/>
                <a:gd name="connsiteY175" fmla="*/ 107821 h 136362"/>
                <a:gd name="connsiteX176" fmla="*/ 1316215 w 1890036"/>
                <a:gd name="connsiteY176" fmla="*/ 104866 h 136362"/>
                <a:gd name="connsiteX177" fmla="*/ 1236082 w 1890036"/>
                <a:gd name="connsiteY177" fmla="*/ 106560 h 136362"/>
                <a:gd name="connsiteX178" fmla="*/ 1235373 w 1890036"/>
                <a:gd name="connsiteY178" fmla="*/ 104879 h 136362"/>
                <a:gd name="connsiteX179" fmla="*/ 1199093 w 1890036"/>
                <a:gd name="connsiteY179" fmla="*/ 53983 h 136362"/>
                <a:gd name="connsiteX180" fmla="*/ 1235097 w 1890036"/>
                <a:gd name="connsiteY180" fmla="*/ 7447 h 136362"/>
                <a:gd name="connsiteX181" fmla="*/ 1236082 w 1890036"/>
                <a:gd name="connsiteY181" fmla="*/ 5201 h 136362"/>
                <a:gd name="connsiteX182" fmla="*/ 1233402 w 1890036"/>
                <a:gd name="connsiteY182" fmla="*/ 3507 h 136362"/>
                <a:gd name="connsiteX183" fmla="*/ 1217377 w 1890036"/>
                <a:gd name="connsiteY183" fmla="*/ 3507 h 136362"/>
                <a:gd name="connsiteX184" fmla="*/ 1214146 w 1890036"/>
                <a:gd name="connsiteY184" fmla="*/ 4636 h 136362"/>
                <a:gd name="connsiteX185" fmla="*/ 1179693 w 1890036"/>
                <a:gd name="connsiteY185" fmla="*/ 50883 h 136362"/>
                <a:gd name="connsiteX186" fmla="*/ 1179693 w 1890036"/>
                <a:gd name="connsiteY186" fmla="*/ 6186 h 136362"/>
                <a:gd name="connsiteX187" fmla="*/ 1176882 w 1890036"/>
                <a:gd name="connsiteY187" fmla="*/ 3507 h 136362"/>
                <a:gd name="connsiteX188" fmla="*/ 1162972 w 1890036"/>
                <a:gd name="connsiteY188" fmla="*/ 3507 h 136362"/>
                <a:gd name="connsiteX189" fmla="*/ 1160161 w 1890036"/>
                <a:gd name="connsiteY189" fmla="*/ 6186 h 136362"/>
                <a:gd name="connsiteX190" fmla="*/ 1160161 w 1890036"/>
                <a:gd name="connsiteY190" fmla="*/ 105010 h 136362"/>
                <a:gd name="connsiteX191" fmla="*/ 1162972 w 1890036"/>
                <a:gd name="connsiteY191" fmla="*/ 107821 h 136362"/>
                <a:gd name="connsiteX192" fmla="*/ 1176882 w 1890036"/>
                <a:gd name="connsiteY192" fmla="*/ 107821 h 136362"/>
                <a:gd name="connsiteX193" fmla="*/ 1179693 w 1890036"/>
                <a:gd name="connsiteY193" fmla="*/ 105010 h 136362"/>
                <a:gd name="connsiteX194" fmla="*/ 1179693 w 1890036"/>
                <a:gd name="connsiteY194" fmla="*/ 58343 h 136362"/>
                <a:gd name="connsiteX195" fmla="*/ 1211887 w 1890036"/>
                <a:gd name="connsiteY195" fmla="*/ 106284 h 136362"/>
                <a:gd name="connsiteX196" fmla="*/ 1215131 w 1890036"/>
                <a:gd name="connsiteY196" fmla="*/ 107821 h 136362"/>
                <a:gd name="connsiteX197" fmla="*/ 1233967 w 1890036"/>
                <a:gd name="connsiteY197" fmla="*/ 107821 h 136362"/>
                <a:gd name="connsiteX198" fmla="*/ 1236082 w 1890036"/>
                <a:gd name="connsiteY198" fmla="*/ 106560 h 136362"/>
                <a:gd name="connsiteX199" fmla="*/ 1084792 w 1890036"/>
                <a:gd name="connsiteY199" fmla="*/ 61443 h 136362"/>
                <a:gd name="connsiteX200" fmla="*/ 1054975 w 1890036"/>
                <a:gd name="connsiteY200" fmla="*/ 61443 h 136362"/>
                <a:gd name="connsiteX201" fmla="*/ 1054975 w 1890036"/>
                <a:gd name="connsiteY201" fmla="*/ 60878 h 136362"/>
                <a:gd name="connsiteX202" fmla="*/ 1070028 w 1890036"/>
                <a:gd name="connsiteY202" fmla="*/ 43567 h 136362"/>
                <a:gd name="connsiteX203" fmla="*/ 1084792 w 1890036"/>
                <a:gd name="connsiteY203" fmla="*/ 60878 h 136362"/>
                <a:gd name="connsiteX204" fmla="*/ 1084792 w 1890036"/>
                <a:gd name="connsiteY204" fmla="*/ 61443 h 136362"/>
                <a:gd name="connsiteX205" fmla="*/ 1103483 w 1890036"/>
                <a:gd name="connsiteY205" fmla="*/ 71136 h 136362"/>
                <a:gd name="connsiteX206" fmla="*/ 1103483 w 1890036"/>
                <a:gd name="connsiteY206" fmla="*/ 63269 h 136362"/>
                <a:gd name="connsiteX207" fmla="*/ 1070028 w 1890036"/>
                <a:gd name="connsiteY207" fmla="*/ 27556 h 136362"/>
                <a:gd name="connsiteX208" fmla="*/ 1036283 w 1890036"/>
                <a:gd name="connsiteY208" fmla="*/ 63269 h 136362"/>
                <a:gd name="connsiteX209" fmla="*/ 1036283 w 1890036"/>
                <a:gd name="connsiteY209" fmla="*/ 73658 h 136362"/>
                <a:gd name="connsiteX210" fmla="*/ 1070303 w 1890036"/>
                <a:gd name="connsiteY210" fmla="*/ 108951 h 136362"/>
                <a:gd name="connsiteX211" fmla="*/ 1097585 w 1890036"/>
                <a:gd name="connsiteY211" fmla="*/ 106560 h 136362"/>
                <a:gd name="connsiteX212" fmla="*/ 1100527 w 1890036"/>
                <a:gd name="connsiteY212" fmla="*/ 102909 h 136362"/>
                <a:gd name="connsiteX213" fmla="*/ 1100527 w 1890036"/>
                <a:gd name="connsiteY213" fmla="*/ 93636 h 136362"/>
                <a:gd name="connsiteX214" fmla="*/ 1098005 w 1890036"/>
                <a:gd name="connsiteY214" fmla="*/ 91534 h 136362"/>
                <a:gd name="connsiteX215" fmla="*/ 1097585 w 1890036"/>
                <a:gd name="connsiteY215" fmla="*/ 91534 h 136362"/>
                <a:gd name="connsiteX216" fmla="*/ 1071709 w 1890036"/>
                <a:gd name="connsiteY216" fmla="*/ 92940 h 136362"/>
                <a:gd name="connsiteX217" fmla="*/ 1054830 w 1890036"/>
                <a:gd name="connsiteY217" fmla="*/ 75064 h 136362"/>
                <a:gd name="connsiteX218" fmla="*/ 1054830 w 1890036"/>
                <a:gd name="connsiteY218" fmla="*/ 74643 h 136362"/>
                <a:gd name="connsiteX219" fmla="*/ 1100672 w 1890036"/>
                <a:gd name="connsiteY219" fmla="*/ 74643 h 136362"/>
                <a:gd name="connsiteX220" fmla="*/ 1103483 w 1890036"/>
                <a:gd name="connsiteY220" fmla="*/ 71136 h 136362"/>
                <a:gd name="connsiteX221" fmla="*/ 1023897 w 1890036"/>
                <a:gd name="connsiteY221" fmla="*/ 105444 h 136362"/>
                <a:gd name="connsiteX222" fmla="*/ 1023897 w 1890036"/>
                <a:gd name="connsiteY222" fmla="*/ 96591 h 136362"/>
                <a:gd name="connsiteX223" fmla="*/ 1020942 w 1890036"/>
                <a:gd name="connsiteY223" fmla="*/ 94490 h 136362"/>
                <a:gd name="connsiteX224" fmla="*/ 1013494 w 1890036"/>
                <a:gd name="connsiteY224" fmla="*/ 94490 h 136362"/>
                <a:gd name="connsiteX225" fmla="*/ 1008003 w 1890036"/>
                <a:gd name="connsiteY225" fmla="*/ 86609 h 136362"/>
                <a:gd name="connsiteX226" fmla="*/ 1008003 w 1890036"/>
                <a:gd name="connsiteY226" fmla="*/ 42438 h 136362"/>
                <a:gd name="connsiteX227" fmla="*/ 1020653 w 1890036"/>
                <a:gd name="connsiteY227" fmla="*/ 42438 h 136362"/>
                <a:gd name="connsiteX228" fmla="*/ 1023477 w 1890036"/>
                <a:gd name="connsiteY228" fmla="*/ 39640 h 136362"/>
                <a:gd name="connsiteX229" fmla="*/ 1023477 w 1890036"/>
                <a:gd name="connsiteY229" fmla="*/ 31352 h 136362"/>
                <a:gd name="connsiteX230" fmla="*/ 1020653 w 1890036"/>
                <a:gd name="connsiteY230" fmla="*/ 28541 h 136362"/>
                <a:gd name="connsiteX231" fmla="*/ 1008003 w 1890036"/>
                <a:gd name="connsiteY231" fmla="*/ 28541 h 136362"/>
                <a:gd name="connsiteX232" fmla="*/ 1008003 w 1890036"/>
                <a:gd name="connsiteY232" fmla="*/ 14054 h 136362"/>
                <a:gd name="connsiteX233" fmla="*/ 1005757 w 1890036"/>
                <a:gd name="connsiteY233" fmla="*/ 11952 h 136362"/>
                <a:gd name="connsiteX234" fmla="*/ 1005192 w 1890036"/>
                <a:gd name="connsiteY234" fmla="*/ 11952 h 136362"/>
                <a:gd name="connsiteX235" fmla="*/ 992123 w 1890036"/>
                <a:gd name="connsiteY235" fmla="*/ 14198 h 136362"/>
                <a:gd name="connsiteX236" fmla="*/ 989325 w 1890036"/>
                <a:gd name="connsiteY236" fmla="*/ 17009 h 136362"/>
                <a:gd name="connsiteX237" fmla="*/ 989325 w 1890036"/>
                <a:gd name="connsiteY237" fmla="*/ 28541 h 136362"/>
                <a:gd name="connsiteX238" fmla="*/ 976098 w 1890036"/>
                <a:gd name="connsiteY238" fmla="*/ 28541 h 136362"/>
                <a:gd name="connsiteX239" fmla="*/ 973287 w 1890036"/>
                <a:gd name="connsiteY239" fmla="*/ 31352 h 136362"/>
                <a:gd name="connsiteX240" fmla="*/ 973287 w 1890036"/>
                <a:gd name="connsiteY240" fmla="*/ 37670 h 136362"/>
                <a:gd name="connsiteX241" fmla="*/ 976098 w 1890036"/>
                <a:gd name="connsiteY241" fmla="*/ 40481 h 136362"/>
                <a:gd name="connsiteX242" fmla="*/ 989325 w 1890036"/>
                <a:gd name="connsiteY242" fmla="*/ 42438 h 136362"/>
                <a:gd name="connsiteX243" fmla="*/ 989325 w 1890036"/>
                <a:gd name="connsiteY243" fmla="*/ 86609 h 136362"/>
                <a:gd name="connsiteX244" fmla="*/ 1011655 w 1890036"/>
                <a:gd name="connsiteY244" fmla="*/ 108951 h 136362"/>
                <a:gd name="connsiteX245" fmla="*/ 1021217 w 1890036"/>
                <a:gd name="connsiteY245" fmla="*/ 107966 h 136362"/>
                <a:gd name="connsiteX246" fmla="*/ 1023897 w 1890036"/>
                <a:gd name="connsiteY246" fmla="*/ 105444 h 136362"/>
                <a:gd name="connsiteX247" fmla="*/ 944613 w 1890036"/>
                <a:gd name="connsiteY247" fmla="*/ 90247 h 136362"/>
                <a:gd name="connsiteX248" fmla="*/ 930270 w 1890036"/>
                <a:gd name="connsiteY248" fmla="*/ 94201 h 136362"/>
                <a:gd name="connsiteX249" fmla="*/ 920129 w 1890036"/>
                <a:gd name="connsiteY249" fmla="*/ 85479 h 136362"/>
                <a:gd name="connsiteX250" fmla="*/ 920129 w 1890036"/>
                <a:gd name="connsiteY250" fmla="*/ 84915 h 136362"/>
                <a:gd name="connsiteX251" fmla="*/ 935747 w 1890036"/>
                <a:gd name="connsiteY251" fmla="*/ 72949 h 136362"/>
                <a:gd name="connsiteX252" fmla="*/ 944613 w 1890036"/>
                <a:gd name="connsiteY252" fmla="*/ 72949 h 136362"/>
                <a:gd name="connsiteX253" fmla="*/ 944613 w 1890036"/>
                <a:gd name="connsiteY253" fmla="*/ 90247 h 136362"/>
                <a:gd name="connsiteX254" fmla="*/ 963160 w 1890036"/>
                <a:gd name="connsiteY254" fmla="*/ 105023 h 136362"/>
                <a:gd name="connsiteX255" fmla="*/ 963160 w 1890036"/>
                <a:gd name="connsiteY255" fmla="*/ 54403 h 136362"/>
                <a:gd name="connsiteX256" fmla="*/ 932240 w 1890036"/>
                <a:gd name="connsiteY256" fmla="*/ 27556 h 136362"/>
                <a:gd name="connsiteX257" fmla="*/ 908754 w 1890036"/>
                <a:gd name="connsiteY257" fmla="*/ 29802 h 136362"/>
                <a:gd name="connsiteX258" fmla="*/ 906088 w 1890036"/>
                <a:gd name="connsiteY258" fmla="*/ 32757 h 136362"/>
                <a:gd name="connsiteX259" fmla="*/ 906088 w 1890036"/>
                <a:gd name="connsiteY259" fmla="*/ 41741 h 136362"/>
                <a:gd name="connsiteX260" fmla="*/ 908610 w 1890036"/>
                <a:gd name="connsiteY260" fmla="*/ 44132 h 136362"/>
                <a:gd name="connsiteX261" fmla="*/ 909319 w 1890036"/>
                <a:gd name="connsiteY261" fmla="*/ 44132 h 136362"/>
                <a:gd name="connsiteX262" fmla="*/ 932240 w 1890036"/>
                <a:gd name="connsiteY262" fmla="*/ 43002 h 136362"/>
                <a:gd name="connsiteX263" fmla="*/ 944613 w 1890036"/>
                <a:gd name="connsiteY263" fmla="*/ 54403 h 136362"/>
                <a:gd name="connsiteX264" fmla="*/ 944613 w 1890036"/>
                <a:gd name="connsiteY264" fmla="*/ 60603 h 136362"/>
                <a:gd name="connsiteX265" fmla="*/ 935747 w 1890036"/>
                <a:gd name="connsiteY265" fmla="*/ 60603 h 136362"/>
                <a:gd name="connsiteX266" fmla="*/ 901451 w 1890036"/>
                <a:gd name="connsiteY266" fmla="*/ 84915 h 136362"/>
                <a:gd name="connsiteX267" fmla="*/ 901451 w 1890036"/>
                <a:gd name="connsiteY267" fmla="*/ 85479 h 136362"/>
                <a:gd name="connsiteX268" fmla="*/ 925764 w 1890036"/>
                <a:gd name="connsiteY268" fmla="*/ 108951 h 136362"/>
                <a:gd name="connsiteX269" fmla="*/ 945598 w 1890036"/>
                <a:gd name="connsiteY269" fmla="*/ 102764 h 136362"/>
                <a:gd name="connsiteX270" fmla="*/ 945598 w 1890036"/>
                <a:gd name="connsiteY270" fmla="*/ 105023 h 136362"/>
                <a:gd name="connsiteX271" fmla="*/ 948409 w 1890036"/>
                <a:gd name="connsiteY271" fmla="*/ 107821 h 136362"/>
                <a:gd name="connsiteX272" fmla="*/ 960349 w 1890036"/>
                <a:gd name="connsiteY272" fmla="*/ 107821 h 136362"/>
                <a:gd name="connsiteX273" fmla="*/ 963160 w 1890036"/>
                <a:gd name="connsiteY273" fmla="*/ 105010 h 136362"/>
                <a:gd name="connsiteX274" fmla="*/ 963160 w 1890036"/>
                <a:gd name="connsiteY274" fmla="*/ 105023 h 136362"/>
                <a:gd name="connsiteX275" fmla="*/ 867707 w 1890036"/>
                <a:gd name="connsiteY275" fmla="*/ 61443 h 136362"/>
                <a:gd name="connsiteX276" fmla="*/ 837877 w 1890036"/>
                <a:gd name="connsiteY276" fmla="*/ 61443 h 136362"/>
                <a:gd name="connsiteX277" fmla="*/ 837877 w 1890036"/>
                <a:gd name="connsiteY277" fmla="*/ 60878 h 136362"/>
                <a:gd name="connsiteX278" fmla="*/ 852930 w 1890036"/>
                <a:gd name="connsiteY278" fmla="*/ 43567 h 136362"/>
                <a:gd name="connsiteX279" fmla="*/ 867707 w 1890036"/>
                <a:gd name="connsiteY279" fmla="*/ 60878 h 136362"/>
                <a:gd name="connsiteX280" fmla="*/ 867707 w 1890036"/>
                <a:gd name="connsiteY280" fmla="*/ 61443 h 136362"/>
                <a:gd name="connsiteX281" fmla="*/ 886385 w 1890036"/>
                <a:gd name="connsiteY281" fmla="*/ 71136 h 136362"/>
                <a:gd name="connsiteX282" fmla="*/ 886385 w 1890036"/>
                <a:gd name="connsiteY282" fmla="*/ 63269 h 136362"/>
                <a:gd name="connsiteX283" fmla="*/ 852930 w 1890036"/>
                <a:gd name="connsiteY283" fmla="*/ 27556 h 136362"/>
                <a:gd name="connsiteX284" fmla="*/ 819186 w 1890036"/>
                <a:gd name="connsiteY284" fmla="*/ 63269 h 136362"/>
                <a:gd name="connsiteX285" fmla="*/ 819186 w 1890036"/>
                <a:gd name="connsiteY285" fmla="*/ 73658 h 136362"/>
                <a:gd name="connsiteX286" fmla="*/ 853206 w 1890036"/>
                <a:gd name="connsiteY286" fmla="*/ 108951 h 136362"/>
                <a:gd name="connsiteX287" fmla="*/ 880488 w 1890036"/>
                <a:gd name="connsiteY287" fmla="*/ 106560 h 136362"/>
                <a:gd name="connsiteX288" fmla="*/ 883443 w 1890036"/>
                <a:gd name="connsiteY288" fmla="*/ 102909 h 136362"/>
                <a:gd name="connsiteX289" fmla="*/ 883443 w 1890036"/>
                <a:gd name="connsiteY289" fmla="*/ 93636 h 136362"/>
                <a:gd name="connsiteX290" fmla="*/ 880908 w 1890036"/>
                <a:gd name="connsiteY290" fmla="*/ 91534 h 136362"/>
                <a:gd name="connsiteX291" fmla="*/ 880488 w 1890036"/>
                <a:gd name="connsiteY291" fmla="*/ 91534 h 136362"/>
                <a:gd name="connsiteX292" fmla="*/ 854624 w 1890036"/>
                <a:gd name="connsiteY292" fmla="*/ 92940 h 136362"/>
                <a:gd name="connsiteX293" fmla="*/ 837733 w 1890036"/>
                <a:gd name="connsiteY293" fmla="*/ 75064 h 136362"/>
                <a:gd name="connsiteX294" fmla="*/ 837733 w 1890036"/>
                <a:gd name="connsiteY294" fmla="*/ 74643 h 136362"/>
                <a:gd name="connsiteX295" fmla="*/ 883574 w 1890036"/>
                <a:gd name="connsiteY295" fmla="*/ 74643 h 136362"/>
                <a:gd name="connsiteX296" fmla="*/ 886385 w 1890036"/>
                <a:gd name="connsiteY296" fmla="*/ 71136 h 136362"/>
                <a:gd name="connsiteX297" fmla="*/ 810175 w 1890036"/>
                <a:gd name="connsiteY297" fmla="*/ 40481 h 136362"/>
                <a:gd name="connsiteX298" fmla="*/ 810175 w 1890036"/>
                <a:gd name="connsiteY298" fmla="*/ 30367 h 136362"/>
                <a:gd name="connsiteX299" fmla="*/ 807364 w 1890036"/>
                <a:gd name="connsiteY299" fmla="*/ 27556 h 136362"/>
                <a:gd name="connsiteX300" fmla="*/ 787267 w 1890036"/>
                <a:gd name="connsiteY300" fmla="*/ 34294 h 136362"/>
                <a:gd name="connsiteX301" fmla="*/ 787267 w 1890036"/>
                <a:gd name="connsiteY301" fmla="*/ 31352 h 136362"/>
                <a:gd name="connsiteX302" fmla="*/ 784457 w 1890036"/>
                <a:gd name="connsiteY302" fmla="*/ 28541 h 136362"/>
                <a:gd name="connsiteX303" fmla="*/ 772228 w 1890036"/>
                <a:gd name="connsiteY303" fmla="*/ 28541 h 136362"/>
                <a:gd name="connsiteX304" fmla="*/ 769417 w 1890036"/>
                <a:gd name="connsiteY304" fmla="*/ 31352 h 136362"/>
                <a:gd name="connsiteX305" fmla="*/ 769417 w 1890036"/>
                <a:gd name="connsiteY305" fmla="*/ 104879 h 136362"/>
                <a:gd name="connsiteX306" fmla="*/ 772228 w 1890036"/>
                <a:gd name="connsiteY306" fmla="*/ 107821 h 136362"/>
                <a:gd name="connsiteX307" fmla="*/ 785153 w 1890036"/>
                <a:gd name="connsiteY307" fmla="*/ 107821 h 136362"/>
                <a:gd name="connsiteX308" fmla="*/ 787964 w 1890036"/>
                <a:gd name="connsiteY308" fmla="*/ 104879 h 136362"/>
                <a:gd name="connsiteX309" fmla="*/ 787964 w 1890036"/>
                <a:gd name="connsiteY309" fmla="*/ 48361 h 136362"/>
                <a:gd name="connsiteX310" fmla="*/ 807364 w 1890036"/>
                <a:gd name="connsiteY310" fmla="*/ 43304 h 136362"/>
                <a:gd name="connsiteX311" fmla="*/ 810175 w 1890036"/>
                <a:gd name="connsiteY311" fmla="*/ 40494 h 136362"/>
                <a:gd name="connsiteX312" fmla="*/ 810175 w 1890036"/>
                <a:gd name="connsiteY312" fmla="*/ 40481 h 136362"/>
                <a:gd name="connsiteX313" fmla="*/ 751829 w 1890036"/>
                <a:gd name="connsiteY313" fmla="*/ 103474 h 136362"/>
                <a:gd name="connsiteX314" fmla="*/ 751829 w 1890036"/>
                <a:gd name="connsiteY314" fmla="*/ 94056 h 136362"/>
                <a:gd name="connsiteX315" fmla="*/ 749018 w 1890036"/>
                <a:gd name="connsiteY315" fmla="*/ 91114 h 136362"/>
                <a:gd name="connsiteX316" fmla="*/ 748729 w 1890036"/>
                <a:gd name="connsiteY316" fmla="*/ 91114 h 136362"/>
                <a:gd name="connsiteX317" fmla="*/ 726793 w 1890036"/>
                <a:gd name="connsiteY317" fmla="*/ 92230 h 136362"/>
                <a:gd name="connsiteX318" fmla="*/ 706408 w 1890036"/>
                <a:gd name="connsiteY318" fmla="*/ 65935 h 136362"/>
                <a:gd name="connsiteX319" fmla="*/ 706408 w 1890036"/>
                <a:gd name="connsiteY319" fmla="*/ 45261 h 136362"/>
                <a:gd name="connsiteX320" fmla="*/ 726793 w 1890036"/>
                <a:gd name="connsiteY320" fmla="*/ 18966 h 136362"/>
                <a:gd name="connsiteX321" fmla="*/ 748729 w 1890036"/>
                <a:gd name="connsiteY321" fmla="*/ 20083 h 136362"/>
                <a:gd name="connsiteX322" fmla="*/ 749018 w 1890036"/>
                <a:gd name="connsiteY322" fmla="*/ 20083 h 136362"/>
                <a:gd name="connsiteX323" fmla="*/ 751829 w 1890036"/>
                <a:gd name="connsiteY323" fmla="*/ 17141 h 136362"/>
                <a:gd name="connsiteX324" fmla="*/ 751829 w 1890036"/>
                <a:gd name="connsiteY324" fmla="*/ 7723 h 136362"/>
                <a:gd name="connsiteX325" fmla="*/ 748729 w 1890036"/>
                <a:gd name="connsiteY325" fmla="*/ 4492 h 136362"/>
                <a:gd name="connsiteX326" fmla="*/ 726517 w 1890036"/>
                <a:gd name="connsiteY326" fmla="*/ 2246 h 136362"/>
                <a:gd name="connsiteX327" fmla="*/ 686744 w 1890036"/>
                <a:gd name="connsiteY327" fmla="*/ 45261 h 136362"/>
                <a:gd name="connsiteX328" fmla="*/ 686744 w 1890036"/>
                <a:gd name="connsiteY328" fmla="*/ 65935 h 136362"/>
                <a:gd name="connsiteX329" fmla="*/ 726517 w 1890036"/>
                <a:gd name="connsiteY329" fmla="*/ 108951 h 136362"/>
                <a:gd name="connsiteX330" fmla="*/ 748729 w 1890036"/>
                <a:gd name="connsiteY330" fmla="*/ 106705 h 136362"/>
                <a:gd name="connsiteX331" fmla="*/ 751829 w 1890036"/>
                <a:gd name="connsiteY331" fmla="*/ 103474 h 136362"/>
                <a:gd name="connsiteX332" fmla="*/ 630473 w 1890036"/>
                <a:gd name="connsiteY332" fmla="*/ 105010 h 136362"/>
                <a:gd name="connsiteX333" fmla="*/ 630473 w 1890036"/>
                <a:gd name="connsiteY333" fmla="*/ 89144 h 136362"/>
                <a:gd name="connsiteX334" fmla="*/ 627676 w 1890036"/>
                <a:gd name="connsiteY334" fmla="*/ 86464 h 136362"/>
                <a:gd name="connsiteX335" fmla="*/ 615171 w 1890036"/>
                <a:gd name="connsiteY335" fmla="*/ 86464 h 136362"/>
                <a:gd name="connsiteX336" fmla="*/ 612360 w 1890036"/>
                <a:gd name="connsiteY336" fmla="*/ 89144 h 136362"/>
                <a:gd name="connsiteX337" fmla="*/ 612360 w 1890036"/>
                <a:gd name="connsiteY337" fmla="*/ 105010 h 136362"/>
                <a:gd name="connsiteX338" fmla="*/ 615171 w 1890036"/>
                <a:gd name="connsiteY338" fmla="*/ 107821 h 136362"/>
                <a:gd name="connsiteX339" fmla="*/ 627676 w 1890036"/>
                <a:gd name="connsiteY339" fmla="*/ 107821 h 136362"/>
                <a:gd name="connsiteX340" fmla="*/ 630473 w 1890036"/>
                <a:gd name="connsiteY340" fmla="*/ 105010 h 136362"/>
                <a:gd name="connsiteX341" fmla="*/ 606292 w 1890036"/>
                <a:gd name="connsiteY341" fmla="*/ 17272 h 136362"/>
                <a:gd name="connsiteX342" fmla="*/ 606292 w 1890036"/>
                <a:gd name="connsiteY342" fmla="*/ 6186 h 136362"/>
                <a:gd name="connsiteX343" fmla="*/ 603481 w 1890036"/>
                <a:gd name="connsiteY343" fmla="*/ 3507 h 136362"/>
                <a:gd name="connsiteX344" fmla="*/ 534745 w 1890036"/>
                <a:gd name="connsiteY344" fmla="*/ 3507 h 136362"/>
                <a:gd name="connsiteX345" fmla="*/ 531934 w 1890036"/>
                <a:gd name="connsiteY345" fmla="*/ 6186 h 136362"/>
                <a:gd name="connsiteX346" fmla="*/ 531934 w 1890036"/>
                <a:gd name="connsiteY346" fmla="*/ 17272 h 136362"/>
                <a:gd name="connsiteX347" fmla="*/ 534745 w 1890036"/>
                <a:gd name="connsiteY347" fmla="*/ 19807 h 136362"/>
                <a:gd name="connsiteX348" fmla="*/ 559347 w 1890036"/>
                <a:gd name="connsiteY348" fmla="*/ 19807 h 136362"/>
                <a:gd name="connsiteX349" fmla="*/ 559347 w 1890036"/>
                <a:gd name="connsiteY349" fmla="*/ 105023 h 136362"/>
                <a:gd name="connsiteX350" fmla="*/ 562158 w 1890036"/>
                <a:gd name="connsiteY350" fmla="*/ 107821 h 136362"/>
                <a:gd name="connsiteX351" fmla="*/ 576068 w 1890036"/>
                <a:gd name="connsiteY351" fmla="*/ 107821 h 136362"/>
                <a:gd name="connsiteX352" fmla="*/ 578879 w 1890036"/>
                <a:gd name="connsiteY352" fmla="*/ 105023 h 136362"/>
                <a:gd name="connsiteX353" fmla="*/ 578879 w 1890036"/>
                <a:gd name="connsiteY353" fmla="*/ 19807 h 136362"/>
                <a:gd name="connsiteX354" fmla="*/ 603481 w 1890036"/>
                <a:gd name="connsiteY354" fmla="*/ 19807 h 136362"/>
                <a:gd name="connsiteX355" fmla="*/ 606292 w 1890036"/>
                <a:gd name="connsiteY355" fmla="*/ 17272 h 136362"/>
                <a:gd name="connsiteX356" fmla="*/ 515738 w 1890036"/>
                <a:gd name="connsiteY356" fmla="*/ 105023 h 136362"/>
                <a:gd name="connsiteX357" fmla="*/ 515738 w 1890036"/>
                <a:gd name="connsiteY357" fmla="*/ 6173 h 136362"/>
                <a:gd name="connsiteX358" fmla="*/ 512927 w 1890036"/>
                <a:gd name="connsiteY358" fmla="*/ 3507 h 136362"/>
                <a:gd name="connsiteX359" fmla="*/ 499030 w 1890036"/>
                <a:gd name="connsiteY359" fmla="*/ 3507 h 136362"/>
                <a:gd name="connsiteX360" fmla="*/ 496219 w 1890036"/>
                <a:gd name="connsiteY360" fmla="*/ 6173 h 136362"/>
                <a:gd name="connsiteX361" fmla="*/ 496219 w 1890036"/>
                <a:gd name="connsiteY361" fmla="*/ 105023 h 136362"/>
                <a:gd name="connsiteX362" fmla="*/ 499030 w 1890036"/>
                <a:gd name="connsiteY362" fmla="*/ 107821 h 136362"/>
                <a:gd name="connsiteX363" fmla="*/ 512927 w 1890036"/>
                <a:gd name="connsiteY363" fmla="*/ 107821 h 136362"/>
                <a:gd name="connsiteX364" fmla="*/ 515738 w 1890036"/>
                <a:gd name="connsiteY364" fmla="*/ 105023 h 136362"/>
                <a:gd name="connsiteX365" fmla="*/ 437137 w 1890036"/>
                <a:gd name="connsiteY365" fmla="*/ 104866 h 136362"/>
                <a:gd name="connsiteX366" fmla="*/ 437137 w 1890036"/>
                <a:gd name="connsiteY366" fmla="*/ 59040 h 136362"/>
                <a:gd name="connsiteX367" fmla="*/ 412824 w 1890036"/>
                <a:gd name="connsiteY367" fmla="*/ 27556 h 136362"/>
                <a:gd name="connsiteX368" fmla="*/ 390035 w 1890036"/>
                <a:gd name="connsiteY368" fmla="*/ 34294 h 136362"/>
                <a:gd name="connsiteX369" fmla="*/ 390035 w 1890036"/>
                <a:gd name="connsiteY369" fmla="*/ 31352 h 136362"/>
                <a:gd name="connsiteX370" fmla="*/ 387224 w 1890036"/>
                <a:gd name="connsiteY370" fmla="*/ 28541 h 136362"/>
                <a:gd name="connsiteX371" fmla="*/ 375008 w 1890036"/>
                <a:gd name="connsiteY371" fmla="*/ 28541 h 136362"/>
                <a:gd name="connsiteX372" fmla="*/ 372197 w 1890036"/>
                <a:gd name="connsiteY372" fmla="*/ 31352 h 136362"/>
                <a:gd name="connsiteX373" fmla="*/ 372197 w 1890036"/>
                <a:gd name="connsiteY373" fmla="*/ 104879 h 136362"/>
                <a:gd name="connsiteX374" fmla="*/ 375008 w 1890036"/>
                <a:gd name="connsiteY374" fmla="*/ 107821 h 136362"/>
                <a:gd name="connsiteX375" fmla="*/ 387933 w 1890036"/>
                <a:gd name="connsiteY375" fmla="*/ 107821 h 136362"/>
                <a:gd name="connsiteX376" fmla="*/ 390744 w 1890036"/>
                <a:gd name="connsiteY376" fmla="*/ 104879 h 136362"/>
                <a:gd name="connsiteX377" fmla="*/ 390744 w 1890036"/>
                <a:gd name="connsiteY377" fmla="*/ 48361 h 136362"/>
                <a:gd name="connsiteX378" fmla="*/ 406638 w 1890036"/>
                <a:gd name="connsiteY378" fmla="*/ 43291 h 136362"/>
                <a:gd name="connsiteX379" fmla="*/ 418604 w 1890036"/>
                <a:gd name="connsiteY379" fmla="*/ 59040 h 136362"/>
                <a:gd name="connsiteX380" fmla="*/ 418604 w 1890036"/>
                <a:gd name="connsiteY380" fmla="*/ 104866 h 136362"/>
                <a:gd name="connsiteX381" fmla="*/ 421401 w 1890036"/>
                <a:gd name="connsiteY381" fmla="*/ 107821 h 136362"/>
                <a:gd name="connsiteX382" fmla="*/ 434326 w 1890036"/>
                <a:gd name="connsiteY382" fmla="*/ 107821 h 136362"/>
                <a:gd name="connsiteX383" fmla="*/ 437137 w 1890036"/>
                <a:gd name="connsiteY383" fmla="*/ 104866 h 136362"/>
                <a:gd name="connsiteX384" fmla="*/ 336903 w 1890036"/>
                <a:gd name="connsiteY384" fmla="*/ 114310 h 136362"/>
                <a:gd name="connsiteX385" fmla="*/ 321010 w 1890036"/>
                <a:gd name="connsiteY385" fmla="*/ 122322 h 136362"/>
                <a:gd name="connsiteX386" fmla="*/ 304262 w 1890036"/>
                <a:gd name="connsiteY386" fmla="*/ 113036 h 136362"/>
                <a:gd name="connsiteX387" fmla="*/ 304262 w 1890036"/>
                <a:gd name="connsiteY387" fmla="*/ 111775 h 136362"/>
                <a:gd name="connsiteX388" fmla="*/ 307783 w 1890036"/>
                <a:gd name="connsiteY388" fmla="*/ 101924 h 136362"/>
                <a:gd name="connsiteX389" fmla="*/ 320300 w 1890036"/>
                <a:gd name="connsiteY389" fmla="*/ 104879 h 136362"/>
                <a:gd name="connsiteX390" fmla="*/ 336903 w 1890036"/>
                <a:gd name="connsiteY390" fmla="*/ 113324 h 136362"/>
                <a:gd name="connsiteX391" fmla="*/ 336903 w 1890036"/>
                <a:gd name="connsiteY391" fmla="*/ 114310 h 136362"/>
                <a:gd name="connsiteX392" fmla="*/ 335353 w 1890036"/>
                <a:gd name="connsiteY392" fmla="*/ 55808 h 136362"/>
                <a:gd name="connsiteX393" fmla="*/ 320300 w 1890036"/>
                <a:gd name="connsiteY393" fmla="*/ 66920 h 136362"/>
                <a:gd name="connsiteX394" fmla="*/ 305103 w 1890036"/>
                <a:gd name="connsiteY394" fmla="*/ 55808 h 136362"/>
                <a:gd name="connsiteX395" fmla="*/ 305103 w 1890036"/>
                <a:gd name="connsiteY395" fmla="*/ 54679 h 136362"/>
                <a:gd name="connsiteX396" fmla="*/ 320300 w 1890036"/>
                <a:gd name="connsiteY396" fmla="*/ 42727 h 136362"/>
                <a:gd name="connsiteX397" fmla="*/ 335353 w 1890036"/>
                <a:gd name="connsiteY397" fmla="*/ 54679 h 136362"/>
                <a:gd name="connsiteX398" fmla="*/ 335353 w 1890036"/>
                <a:gd name="connsiteY398" fmla="*/ 55808 h 136362"/>
                <a:gd name="connsiteX399" fmla="*/ 356987 w 1890036"/>
                <a:gd name="connsiteY399" fmla="*/ 38235 h 136362"/>
                <a:gd name="connsiteX400" fmla="*/ 356987 w 1890036"/>
                <a:gd name="connsiteY400" fmla="*/ 32337 h 136362"/>
                <a:gd name="connsiteX401" fmla="*/ 353191 w 1890036"/>
                <a:gd name="connsiteY401" fmla="*/ 28541 h 136362"/>
                <a:gd name="connsiteX402" fmla="*/ 320300 w 1890036"/>
                <a:gd name="connsiteY402" fmla="*/ 28541 h 136362"/>
                <a:gd name="connsiteX403" fmla="*/ 286845 w 1890036"/>
                <a:gd name="connsiteY403" fmla="*/ 54403 h 136362"/>
                <a:gd name="connsiteX404" fmla="*/ 286845 w 1890036"/>
                <a:gd name="connsiteY404" fmla="*/ 55388 h 136362"/>
                <a:gd name="connsiteX405" fmla="*/ 292598 w 1890036"/>
                <a:gd name="connsiteY405" fmla="*/ 71846 h 136362"/>
                <a:gd name="connsiteX406" fmla="*/ 286990 w 1890036"/>
                <a:gd name="connsiteY406" fmla="*/ 83220 h 136362"/>
                <a:gd name="connsiteX407" fmla="*/ 286990 w 1890036"/>
                <a:gd name="connsiteY407" fmla="*/ 83365 h 136362"/>
                <a:gd name="connsiteX408" fmla="*/ 293308 w 1890036"/>
                <a:gd name="connsiteY408" fmla="*/ 96302 h 136362"/>
                <a:gd name="connsiteX409" fmla="*/ 286136 w 1890036"/>
                <a:gd name="connsiteY409" fmla="*/ 111775 h 136362"/>
                <a:gd name="connsiteX410" fmla="*/ 286136 w 1890036"/>
                <a:gd name="connsiteY410" fmla="*/ 113036 h 136362"/>
                <a:gd name="connsiteX411" fmla="*/ 321010 w 1890036"/>
                <a:gd name="connsiteY411" fmla="*/ 136362 h 136362"/>
                <a:gd name="connsiteX412" fmla="*/ 355450 w 1890036"/>
                <a:gd name="connsiteY412" fmla="*/ 114310 h 136362"/>
                <a:gd name="connsiteX413" fmla="*/ 355450 w 1890036"/>
                <a:gd name="connsiteY413" fmla="*/ 113324 h 136362"/>
                <a:gd name="connsiteX414" fmla="*/ 323952 w 1890036"/>
                <a:gd name="connsiteY414" fmla="*/ 90812 h 136362"/>
                <a:gd name="connsiteX415" fmla="*/ 307362 w 1890036"/>
                <a:gd name="connsiteY415" fmla="*/ 86872 h 136362"/>
                <a:gd name="connsiteX416" fmla="*/ 302568 w 1890036"/>
                <a:gd name="connsiteY416" fmla="*/ 82235 h 136362"/>
                <a:gd name="connsiteX417" fmla="*/ 304972 w 1890036"/>
                <a:gd name="connsiteY417" fmla="*/ 78584 h 136362"/>
                <a:gd name="connsiteX418" fmla="*/ 320300 w 1890036"/>
                <a:gd name="connsiteY418" fmla="*/ 80974 h 136362"/>
                <a:gd name="connsiteX419" fmla="*/ 353611 w 1890036"/>
                <a:gd name="connsiteY419" fmla="*/ 55388 h 136362"/>
                <a:gd name="connsiteX420" fmla="*/ 353611 w 1890036"/>
                <a:gd name="connsiteY420" fmla="*/ 54403 h 136362"/>
                <a:gd name="connsiteX421" fmla="*/ 350104 w 1890036"/>
                <a:gd name="connsiteY421" fmla="*/ 43147 h 136362"/>
                <a:gd name="connsiteX422" fmla="*/ 354741 w 1890036"/>
                <a:gd name="connsiteY422" fmla="*/ 41321 h 136362"/>
                <a:gd name="connsiteX423" fmla="*/ 356987 w 1890036"/>
                <a:gd name="connsiteY423" fmla="*/ 38235 h 136362"/>
                <a:gd name="connsiteX424" fmla="*/ 267142 w 1890036"/>
                <a:gd name="connsiteY424" fmla="*/ 104879 h 136362"/>
                <a:gd name="connsiteX425" fmla="*/ 267142 w 1890036"/>
                <a:gd name="connsiteY425" fmla="*/ 31352 h 136362"/>
                <a:gd name="connsiteX426" fmla="*/ 264331 w 1890036"/>
                <a:gd name="connsiteY426" fmla="*/ 28541 h 136362"/>
                <a:gd name="connsiteX427" fmla="*/ 251407 w 1890036"/>
                <a:gd name="connsiteY427" fmla="*/ 28541 h 136362"/>
                <a:gd name="connsiteX428" fmla="*/ 248596 w 1890036"/>
                <a:gd name="connsiteY428" fmla="*/ 31352 h 136362"/>
                <a:gd name="connsiteX429" fmla="*/ 248596 w 1890036"/>
                <a:gd name="connsiteY429" fmla="*/ 104879 h 136362"/>
                <a:gd name="connsiteX430" fmla="*/ 251407 w 1890036"/>
                <a:gd name="connsiteY430" fmla="*/ 107821 h 136362"/>
                <a:gd name="connsiteX431" fmla="*/ 264331 w 1890036"/>
                <a:gd name="connsiteY431" fmla="*/ 107821 h 136362"/>
                <a:gd name="connsiteX432" fmla="*/ 267142 w 1890036"/>
                <a:gd name="connsiteY432" fmla="*/ 104879 h 136362"/>
                <a:gd name="connsiteX433" fmla="*/ 267563 w 1890036"/>
                <a:gd name="connsiteY433" fmla="*/ 15170 h 136362"/>
                <a:gd name="connsiteX434" fmla="*/ 267563 w 1890036"/>
                <a:gd name="connsiteY434" fmla="*/ 2811 h 136362"/>
                <a:gd name="connsiteX435" fmla="*/ 264752 w 1890036"/>
                <a:gd name="connsiteY435" fmla="*/ 0 h 136362"/>
                <a:gd name="connsiteX436" fmla="*/ 251131 w 1890036"/>
                <a:gd name="connsiteY436" fmla="*/ 0 h 136362"/>
                <a:gd name="connsiteX437" fmla="*/ 248175 w 1890036"/>
                <a:gd name="connsiteY437" fmla="*/ 2811 h 136362"/>
                <a:gd name="connsiteX438" fmla="*/ 248175 w 1890036"/>
                <a:gd name="connsiteY438" fmla="*/ 15170 h 136362"/>
                <a:gd name="connsiteX439" fmla="*/ 251131 w 1890036"/>
                <a:gd name="connsiteY439" fmla="*/ 17981 h 136362"/>
                <a:gd name="connsiteX440" fmla="*/ 264752 w 1890036"/>
                <a:gd name="connsiteY440" fmla="*/ 17981 h 136362"/>
                <a:gd name="connsiteX441" fmla="*/ 267563 w 1890036"/>
                <a:gd name="connsiteY441" fmla="*/ 15170 h 136362"/>
                <a:gd name="connsiteX442" fmla="*/ 230587 w 1890036"/>
                <a:gd name="connsiteY442" fmla="*/ 87029 h 136362"/>
                <a:gd name="connsiteX443" fmla="*/ 217098 w 1890036"/>
                <a:gd name="connsiteY443" fmla="*/ 65646 h 136362"/>
                <a:gd name="connsiteX444" fmla="*/ 198669 w 1890036"/>
                <a:gd name="connsiteY444" fmla="*/ 54403 h 136362"/>
                <a:gd name="connsiteX445" fmla="*/ 193034 w 1890036"/>
                <a:gd name="connsiteY445" fmla="*/ 48637 h 136362"/>
                <a:gd name="connsiteX446" fmla="*/ 202754 w 1890036"/>
                <a:gd name="connsiteY446" fmla="*/ 42727 h 136362"/>
                <a:gd name="connsiteX447" fmla="*/ 225951 w 1890036"/>
                <a:gd name="connsiteY447" fmla="*/ 44408 h 136362"/>
                <a:gd name="connsiteX448" fmla="*/ 226502 w 1890036"/>
                <a:gd name="connsiteY448" fmla="*/ 44408 h 136362"/>
                <a:gd name="connsiteX449" fmla="*/ 228762 w 1890036"/>
                <a:gd name="connsiteY449" fmla="*/ 41741 h 136362"/>
                <a:gd name="connsiteX450" fmla="*/ 228762 w 1890036"/>
                <a:gd name="connsiteY450" fmla="*/ 33598 h 136362"/>
                <a:gd name="connsiteX451" fmla="*/ 226226 w 1890036"/>
                <a:gd name="connsiteY451" fmla="*/ 30367 h 136362"/>
                <a:gd name="connsiteX452" fmla="*/ 201204 w 1890036"/>
                <a:gd name="connsiteY452" fmla="*/ 27556 h 136362"/>
                <a:gd name="connsiteX453" fmla="*/ 174500 w 1890036"/>
                <a:gd name="connsiteY453" fmla="*/ 48637 h 136362"/>
                <a:gd name="connsiteX454" fmla="*/ 186296 w 1890036"/>
                <a:gd name="connsiteY454" fmla="*/ 68037 h 136362"/>
                <a:gd name="connsiteX455" fmla="*/ 205565 w 1890036"/>
                <a:gd name="connsiteY455" fmla="*/ 79858 h 136362"/>
                <a:gd name="connsiteX456" fmla="*/ 211752 w 1890036"/>
                <a:gd name="connsiteY456" fmla="*/ 87029 h 136362"/>
                <a:gd name="connsiteX457" fmla="*/ 201769 w 1890036"/>
                <a:gd name="connsiteY457" fmla="*/ 93780 h 136362"/>
                <a:gd name="connsiteX458" fmla="*/ 178152 w 1890036"/>
                <a:gd name="connsiteY458" fmla="*/ 92230 h 136362"/>
                <a:gd name="connsiteX459" fmla="*/ 177587 w 1890036"/>
                <a:gd name="connsiteY459" fmla="*/ 92230 h 136362"/>
                <a:gd name="connsiteX460" fmla="*/ 175196 w 1890036"/>
                <a:gd name="connsiteY460" fmla="*/ 94490 h 136362"/>
                <a:gd name="connsiteX461" fmla="*/ 175196 w 1890036"/>
                <a:gd name="connsiteY461" fmla="*/ 102909 h 136362"/>
                <a:gd name="connsiteX462" fmla="*/ 177863 w 1890036"/>
                <a:gd name="connsiteY462" fmla="*/ 106140 h 136362"/>
                <a:gd name="connsiteX463" fmla="*/ 203030 w 1890036"/>
                <a:gd name="connsiteY463" fmla="*/ 108951 h 136362"/>
                <a:gd name="connsiteX464" fmla="*/ 230587 w 1890036"/>
                <a:gd name="connsiteY464" fmla="*/ 87029 h 136362"/>
                <a:gd name="connsiteX465" fmla="*/ 140612 w 1890036"/>
                <a:gd name="connsiteY465" fmla="*/ 61443 h 136362"/>
                <a:gd name="connsiteX466" fmla="*/ 110782 w 1890036"/>
                <a:gd name="connsiteY466" fmla="*/ 61443 h 136362"/>
                <a:gd name="connsiteX467" fmla="*/ 110782 w 1890036"/>
                <a:gd name="connsiteY467" fmla="*/ 60878 h 136362"/>
                <a:gd name="connsiteX468" fmla="*/ 125835 w 1890036"/>
                <a:gd name="connsiteY468" fmla="*/ 43567 h 136362"/>
                <a:gd name="connsiteX469" fmla="*/ 140612 w 1890036"/>
                <a:gd name="connsiteY469" fmla="*/ 60878 h 136362"/>
                <a:gd name="connsiteX470" fmla="*/ 140612 w 1890036"/>
                <a:gd name="connsiteY470" fmla="*/ 61443 h 136362"/>
                <a:gd name="connsiteX471" fmla="*/ 159290 w 1890036"/>
                <a:gd name="connsiteY471" fmla="*/ 71136 h 136362"/>
                <a:gd name="connsiteX472" fmla="*/ 159290 w 1890036"/>
                <a:gd name="connsiteY472" fmla="*/ 63269 h 136362"/>
                <a:gd name="connsiteX473" fmla="*/ 125835 w 1890036"/>
                <a:gd name="connsiteY473" fmla="*/ 27556 h 136362"/>
                <a:gd name="connsiteX474" fmla="*/ 92090 w 1890036"/>
                <a:gd name="connsiteY474" fmla="*/ 63269 h 136362"/>
                <a:gd name="connsiteX475" fmla="*/ 92090 w 1890036"/>
                <a:gd name="connsiteY475" fmla="*/ 73658 h 136362"/>
                <a:gd name="connsiteX476" fmla="*/ 126110 w 1890036"/>
                <a:gd name="connsiteY476" fmla="*/ 108951 h 136362"/>
                <a:gd name="connsiteX477" fmla="*/ 153392 w 1890036"/>
                <a:gd name="connsiteY477" fmla="*/ 106560 h 136362"/>
                <a:gd name="connsiteX478" fmla="*/ 156348 w 1890036"/>
                <a:gd name="connsiteY478" fmla="*/ 102909 h 136362"/>
                <a:gd name="connsiteX479" fmla="*/ 156348 w 1890036"/>
                <a:gd name="connsiteY479" fmla="*/ 93636 h 136362"/>
                <a:gd name="connsiteX480" fmla="*/ 153812 w 1890036"/>
                <a:gd name="connsiteY480" fmla="*/ 91534 h 136362"/>
                <a:gd name="connsiteX481" fmla="*/ 153392 w 1890036"/>
                <a:gd name="connsiteY481" fmla="*/ 91534 h 136362"/>
                <a:gd name="connsiteX482" fmla="*/ 127529 w 1890036"/>
                <a:gd name="connsiteY482" fmla="*/ 92940 h 136362"/>
                <a:gd name="connsiteX483" fmla="*/ 110637 w 1890036"/>
                <a:gd name="connsiteY483" fmla="*/ 75064 h 136362"/>
                <a:gd name="connsiteX484" fmla="*/ 110637 w 1890036"/>
                <a:gd name="connsiteY484" fmla="*/ 74643 h 136362"/>
                <a:gd name="connsiteX485" fmla="*/ 156479 w 1890036"/>
                <a:gd name="connsiteY485" fmla="*/ 74643 h 136362"/>
                <a:gd name="connsiteX486" fmla="*/ 159290 w 1890036"/>
                <a:gd name="connsiteY486" fmla="*/ 71136 h 136362"/>
                <a:gd name="connsiteX487" fmla="*/ 56100 w 1890036"/>
                <a:gd name="connsiteY487" fmla="*/ 65935 h 136362"/>
                <a:gd name="connsiteX488" fmla="*/ 31340 w 1890036"/>
                <a:gd name="connsiteY488" fmla="*/ 92519 h 136362"/>
                <a:gd name="connsiteX489" fmla="*/ 19519 w 1890036"/>
                <a:gd name="connsiteY489" fmla="*/ 92099 h 136362"/>
                <a:gd name="connsiteX490" fmla="*/ 19519 w 1890036"/>
                <a:gd name="connsiteY490" fmla="*/ 19098 h 136362"/>
                <a:gd name="connsiteX491" fmla="*/ 31340 w 1890036"/>
                <a:gd name="connsiteY491" fmla="*/ 18677 h 136362"/>
                <a:gd name="connsiteX492" fmla="*/ 56100 w 1890036"/>
                <a:gd name="connsiteY492" fmla="*/ 45261 h 136362"/>
                <a:gd name="connsiteX493" fmla="*/ 56100 w 1890036"/>
                <a:gd name="connsiteY493" fmla="*/ 65935 h 136362"/>
                <a:gd name="connsiteX494" fmla="*/ 75488 w 1890036"/>
                <a:gd name="connsiteY494" fmla="*/ 65935 h 136362"/>
                <a:gd name="connsiteX495" fmla="*/ 75488 w 1890036"/>
                <a:gd name="connsiteY495" fmla="*/ 45261 h 136362"/>
                <a:gd name="connsiteX496" fmla="*/ 31340 w 1890036"/>
                <a:gd name="connsiteY496" fmla="*/ 2246 h 136362"/>
                <a:gd name="connsiteX497" fmla="*/ 3652 w 1890036"/>
                <a:gd name="connsiteY497" fmla="*/ 3927 h 136362"/>
                <a:gd name="connsiteX498" fmla="*/ 0 w 1890036"/>
                <a:gd name="connsiteY498" fmla="*/ 8288 h 136362"/>
                <a:gd name="connsiteX499" fmla="*/ 0 w 1890036"/>
                <a:gd name="connsiteY499" fmla="*/ 102909 h 136362"/>
                <a:gd name="connsiteX500" fmla="*/ 3652 w 1890036"/>
                <a:gd name="connsiteY500" fmla="*/ 107269 h 136362"/>
                <a:gd name="connsiteX501" fmla="*/ 31340 w 1890036"/>
                <a:gd name="connsiteY501" fmla="*/ 108951 h 136362"/>
                <a:gd name="connsiteX502" fmla="*/ 75488 w 1890036"/>
                <a:gd name="connsiteY502" fmla="*/ 65935 h 1363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Lst>
              <a:rect l="l" t="t" r="r" b="b"/>
              <a:pathLst>
                <a:path w="1890036" h="136362">
                  <a:moveTo>
                    <a:pt x="1871359" y="61443"/>
                  </a:moveTo>
                  <a:lnTo>
                    <a:pt x="1841529" y="61443"/>
                  </a:lnTo>
                  <a:lnTo>
                    <a:pt x="1841529" y="60878"/>
                  </a:lnTo>
                  <a:cubicBezTo>
                    <a:pt x="1841529" y="49767"/>
                    <a:pt x="1847860" y="43567"/>
                    <a:pt x="1856582" y="43567"/>
                  </a:cubicBezTo>
                  <a:cubicBezTo>
                    <a:pt x="1865304" y="43567"/>
                    <a:pt x="1871359" y="49898"/>
                    <a:pt x="1871359" y="60878"/>
                  </a:cubicBezTo>
                  <a:lnTo>
                    <a:pt x="1871359" y="61443"/>
                  </a:lnTo>
                  <a:close/>
                  <a:moveTo>
                    <a:pt x="1890037" y="71136"/>
                  </a:moveTo>
                  <a:lnTo>
                    <a:pt x="1890037" y="63269"/>
                  </a:lnTo>
                  <a:cubicBezTo>
                    <a:pt x="1890037" y="42306"/>
                    <a:pt x="1878242" y="27556"/>
                    <a:pt x="1856582" y="27556"/>
                  </a:cubicBezTo>
                  <a:cubicBezTo>
                    <a:pt x="1835066" y="27556"/>
                    <a:pt x="1822838" y="41321"/>
                    <a:pt x="1822838" y="63269"/>
                  </a:cubicBezTo>
                  <a:lnTo>
                    <a:pt x="1822838" y="73658"/>
                  </a:lnTo>
                  <a:cubicBezTo>
                    <a:pt x="1822838" y="101359"/>
                    <a:pt x="1842790" y="108951"/>
                    <a:pt x="1856858" y="108951"/>
                  </a:cubicBezTo>
                  <a:cubicBezTo>
                    <a:pt x="1869520" y="108951"/>
                    <a:pt x="1875010" y="108241"/>
                    <a:pt x="1884139" y="106560"/>
                  </a:cubicBezTo>
                  <a:cubicBezTo>
                    <a:pt x="1886661" y="106140"/>
                    <a:pt x="1887082" y="105155"/>
                    <a:pt x="1887082" y="102909"/>
                  </a:cubicBezTo>
                  <a:lnTo>
                    <a:pt x="1887082" y="93636"/>
                  </a:lnTo>
                  <a:cubicBezTo>
                    <a:pt x="1887082" y="92230"/>
                    <a:pt x="1885965" y="91534"/>
                    <a:pt x="1884560" y="91534"/>
                  </a:cubicBezTo>
                  <a:lnTo>
                    <a:pt x="1884139" y="91534"/>
                  </a:lnTo>
                  <a:cubicBezTo>
                    <a:pt x="1878242" y="92099"/>
                    <a:pt x="1868535" y="92940"/>
                    <a:pt x="1858263" y="92940"/>
                  </a:cubicBezTo>
                  <a:cubicBezTo>
                    <a:pt x="1844760" y="92940"/>
                    <a:pt x="1841384" y="83233"/>
                    <a:pt x="1841384" y="75064"/>
                  </a:cubicBezTo>
                  <a:lnTo>
                    <a:pt x="1841384" y="74643"/>
                  </a:lnTo>
                  <a:lnTo>
                    <a:pt x="1887226" y="74643"/>
                  </a:lnTo>
                  <a:cubicBezTo>
                    <a:pt x="1889196" y="74643"/>
                    <a:pt x="1890037" y="73382"/>
                    <a:pt x="1890037" y="71136"/>
                  </a:cubicBezTo>
                  <a:moveTo>
                    <a:pt x="1789934" y="114310"/>
                  </a:moveTo>
                  <a:cubicBezTo>
                    <a:pt x="1789934" y="119366"/>
                    <a:pt x="1787544" y="122322"/>
                    <a:pt x="1774041" y="122322"/>
                  </a:cubicBezTo>
                  <a:cubicBezTo>
                    <a:pt x="1760814" y="122322"/>
                    <a:pt x="1757293" y="118815"/>
                    <a:pt x="1757293" y="113036"/>
                  </a:cubicBezTo>
                  <a:lnTo>
                    <a:pt x="1757293" y="111775"/>
                  </a:lnTo>
                  <a:cubicBezTo>
                    <a:pt x="1757293" y="106705"/>
                    <a:pt x="1758712" y="104879"/>
                    <a:pt x="1760814" y="101924"/>
                  </a:cubicBezTo>
                  <a:lnTo>
                    <a:pt x="1773331" y="104879"/>
                  </a:lnTo>
                  <a:cubicBezTo>
                    <a:pt x="1788108" y="108399"/>
                    <a:pt x="1789934" y="110225"/>
                    <a:pt x="1789934" y="113324"/>
                  </a:cubicBezTo>
                  <a:lnTo>
                    <a:pt x="1789934" y="114310"/>
                  </a:lnTo>
                  <a:close/>
                  <a:moveTo>
                    <a:pt x="1788397" y="55808"/>
                  </a:moveTo>
                  <a:cubicBezTo>
                    <a:pt x="1788397" y="62849"/>
                    <a:pt x="1785022" y="66920"/>
                    <a:pt x="1773344" y="66920"/>
                  </a:cubicBezTo>
                  <a:cubicBezTo>
                    <a:pt x="1760249" y="66920"/>
                    <a:pt x="1758147" y="61010"/>
                    <a:pt x="1758147" y="55808"/>
                  </a:cubicBezTo>
                  <a:lnTo>
                    <a:pt x="1758147" y="54679"/>
                  </a:lnTo>
                  <a:cubicBezTo>
                    <a:pt x="1758147" y="48072"/>
                    <a:pt x="1761378" y="42727"/>
                    <a:pt x="1773331" y="42727"/>
                  </a:cubicBezTo>
                  <a:cubicBezTo>
                    <a:pt x="1785442" y="42727"/>
                    <a:pt x="1788397" y="47928"/>
                    <a:pt x="1788397" y="54679"/>
                  </a:cubicBezTo>
                  <a:lnTo>
                    <a:pt x="1788397" y="55808"/>
                  </a:lnTo>
                  <a:close/>
                  <a:moveTo>
                    <a:pt x="1810031" y="38235"/>
                  </a:moveTo>
                  <a:lnTo>
                    <a:pt x="1810031" y="32337"/>
                  </a:lnTo>
                  <a:cubicBezTo>
                    <a:pt x="1810031" y="30222"/>
                    <a:pt x="1808336" y="28541"/>
                    <a:pt x="1806235" y="28541"/>
                  </a:cubicBezTo>
                  <a:lnTo>
                    <a:pt x="1773331" y="28541"/>
                  </a:lnTo>
                  <a:cubicBezTo>
                    <a:pt x="1749005" y="28541"/>
                    <a:pt x="1739876" y="40336"/>
                    <a:pt x="1739876" y="54403"/>
                  </a:cubicBezTo>
                  <a:lnTo>
                    <a:pt x="1739876" y="55388"/>
                  </a:lnTo>
                  <a:cubicBezTo>
                    <a:pt x="1739876" y="62428"/>
                    <a:pt x="1741426" y="67485"/>
                    <a:pt x="1745642" y="71846"/>
                  </a:cubicBezTo>
                  <a:cubicBezTo>
                    <a:pt x="1741846" y="74512"/>
                    <a:pt x="1740021" y="78860"/>
                    <a:pt x="1740021" y="83220"/>
                  </a:cubicBezTo>
                  <a:lnTo>
                    <a:pt x="1740021" y="83365"/>
                  </a:lnTo>
                  <a:cubicBezTo>
                    <a:pt x="1740021" y="88421"/>
                    <a:pt x="1742411" y="93347"/>
                    <a:pt x="1746339" y="96302"/>
                  </a:cubicBezTo>
                  <a:cubicBezTo>
                    <a:pt x="1741846" y="100387"/>
                    <a:pt x="1739180" y="106009"/>
                    <a:pt x="1739180" y="111775"/>
                  </a:cubicBezTo>
                  <a:lnTo>
                    <a:pt x="1739180" y="113036"/>
                  </a:lnTo>
                  <a:cubicBezTo>
                    <a:pt x="1739180" y="127799"/>
                    <a:pt x="1751264" y="136362"/>
                    <a:pt x="1774041" y="136362"/>
                  </a:cubicBezTo>
                  <a:cubicBezTo>
                    <a:pt x="1797947" y="136362"/>
                    <a:pt x="1808481" y="128639"/>
                    <a:pt x="1808481" y="114310"/>
                  </a:cubicBezTo>
                  <a:lnTo>
                    <a:pt x="1808481" y="113324"/>
                  </a:lnTo>
                  <a:cubicBezTo>
                    <a:pt x="1808481" y="98272"/>
                    <a:pt x="1796121" y="95317"/>
                    <a:pt x="1776996" y="90812"/>
                  </a:cubicBezTo>
                  <a:lnTo>
                    <a:pt x="1760393" y="86872"/>
                  </a:lnTo>
                  <a:cubicBezTo>
                    <a:pt x="1757162" y="86175"/>
                    <a:pt x="1755612" y="85046"/>
                    <a:pt x="1755612" y="82235"/>
                  </a:cubicBezTo>
                  <a:cubicBezTo>
                    <a:pt x="1755612" y="80974"/>
                    <a:pt x="1756321" y="79700"/>
                    <a:pt x="1758003" y="78584"/>
                  </a:cubicBezTo>
                  <a:cubicBezTo>
                    <a:pt x="1760814" y="79700"/>
                    <a:pt x="1765884" y="80974"/>
                    <a:pt x="1773344" y="80974"/>
                  </a:cubicBezTo>
                  <a:cubicBezTo>
                    <a:pt x="1794571" y="80974"/>
                    <a:pt x="1806655" y="72962"/>
                    <a:pt x="1806655" y="55388"/>
                  </a:cubicBezTo>
                  <a:lnTo>
                    <a:pt x="1806655" y="54403"/>
                  </a:lnTo>
                  <a:cubicBezTo>
                    <a:pt x="1806655" y="49478"/>
                    <a:pt x="1805394" y="46378"/>
                    <a:pt x="1803148" y="43147"/>
                  </a:cubicBezTo>
                  <a:lnTo>
                    <a:pt x="1807785" y="41321"/>
                  </a:lnTo>
                  <a:cubicBezTo>
                    <a:pt x="1809466" y="40612"/>
                    <a:pt x="1810031" y="40336"/>
                    <a:pt x="1810031" y="38235"/>
                  </a:cubicBezTo>
                  <a:moveTo>
                    <a:pt x="1702060" y="92795"/>
                  </a:moveTo>
                  <a:cubicBezTo>
                    <a:pt x="1699380" y="93360"/>
                    <a:pt x="1693614" y="93780"/>
                    <a:pt x="1688544" y="93780"/>
                  </a:cubicBezTo>
                  <a:cubicBezTo>
                    <a:pt x="1676447" y="93780"/>
                    <a:pt x="1673491" y="85204"/>
                    <a:pt x="1673491" y="73671"/>
                  </a:cubicBezTo>
                  <a:lnTo>
                    <a:pt x="1673491" y="62835"/>
                  </a:lnTo>
                  <a:cubicBezTo>
                    <a:pt x="1673491" y="51303"/>
                    <a:pt x="1676447" y="42727"/>
                    <a:pt x="1688544" y="42727"/>
                  </a:cubicBezTo>
                  <a:cubicBezTo>
                    <a:pt x="1691920" y="42727"/>
                    <a:pt x="1698120" y="43147"/>
                    <a:pt x="1702060" y="43712"/>
                  </a:cubicBezTo>
                  <a:lnTo>
                    <a:pt x="1702060" y="92795"/>
                  </a:lnTo>
                  <a:close/>
                  <a:moveTo>
                    <a:pt x="1720594" y="101503"/>
                  </a:moveTo>
                  <a:lnTo>
                    <a:pt x="1720594" y="3651"/>
                  </a:lnTo>
                  <a:cubicBezTo>
                    <a:pt x="1720594" y="2102"/>
                    <a:pt x="1719333" y="841"/>
                    <a:pt x="1717796" y="841"/>
                  </a:cubicBezTo>
                  <a:lnTo>
                    <a:pt x="1704871" y="841"/>
                  </a:lnTo>
                  <a:cubicBezTo>
                    <a:pt x="1703321" y="841"/>
                    <a:pt x="1702060" y="2102"/>
                    <a:pt x="1702060" y="3651"/>
                  </a:cubicBezTo>
                  <a:lnTo>
                    <a:pt x="1702060" y="28541"/>
                  </a:lnTo>
                  <a:cubicBezTo>
                    <a:pt x="1696845" y="27832"/>
                    <a:pt x="1691920" y="27556"/>
                    <a:pt x="1688544" y="27556"/>
                  </a:cubicBezTo>
                  <a:cubicBezTo>
                    <a:pt x="1665912" y="27556"/>
                    <a:pt x="1654944" y="40901"/>
                    <a:pt x="1654944" y="62835"/>
                  </a:cubicBezTo>
                  <a:lnTo>
                    <a:pt x="1654944" y="73671"/>
                  </a:lnTo>
                  <a:cubicBezTo>
                    <a:pt x="1654944" y="95606"/>
                    <a:pt x="1665912" y="108951"/>
                    <a:pt x="1688544" y="108951"/>
                  </a:cubicBezTo>
                  <a:cubicBezTo>
                    <a:pt x="1697555" y="108951"/>
                    <a:pt x="1708102" y="107545"/>
                    <a:pt x="1716811" y="105299"/>
                  </a:cubicBezTo>
                  <a:cubicBezTo>
                    <a:pt x="1720042" y="104459"/>
                    <a:pt x="1720594" y="103618"/>
                    <a:pt x="1720594" y="101503"/>
                  </a:cubicBezTo>
                  <a:moveTo>
                    <a:pt x="1621069" y="61443"/>
                  </a:moveTo>
                  <a:lnTo>
                    <a:pt x="1591239" y="61443"/>
                  </a:lnTo>
                  <a:lnTo>
                    <a:pt x="1591239" y="60878"/>
                  </a:lnTo>
                  <a:cubicBezTo>
                    <a:pt x="1591239" y="49767"/>
                    <a:pt x="1597570" y="43567"/>
                    <a:pt x="1606292" y="43567"/>
                  </a:cubicBezTo>
                  <a:cubicBezTo>
                    <a:pt x="1615014" y="43567"/>
                    <a:pt x="1621069" y="49898"/>
                    <a:pt x="1621069" y="60878"/>
                  </a:cubicBezTo>
                  <a:lnTo>
                    <a:pt x="1621069" y="61443"/>
                  </a:lnTo>
                  <a:close/>
                  <a:moveTo>
                    <a:pt x="1639747" y="71136"/>
                  </a:moveTo>
                  <a:lnTo>
                    <a:pt x="1639747" y="63269"/>
                  </a:lnTo>
                  <a:cubicBezTo>
                    <a:pt x="1639747" y="42306"/>
                    <a:pt x="1627952" y="27556"/>
                    <a:pt x="1606292" y="27556"/>
                  </a:cubicBezTo>
                  <a:cubicBezTo>
                    <a:pt x="1584776" y="27556"/>
                    <a:pt x="1572548" y="41321"/>
                    <a:pt x="1572548" y="63269"/>
                  </a:cubicBezTo>
                  <a:lnTo>
                    <a:pt x="1572548" y="73658"/>
                  </a:lnTo>
                  <a:cubicBezTo>
                    <a:pt x="1572548" y="101359"/>
                    <a:pt x="1592500" y="108951"/>
                    <a:pt x="1606568" y="108951"/>
                  </a:cubicBezTo>
                  <a:cubicBezTo>
                    <a:pt x="1619230" y="108951"/>
                    <a:pt x="1624720" y="108241"/>
                    <a:pt x="1633849" y="106560"/>
                  </a:cubicBezTo>
                  <a:cubicBezTo>
                    <a:pt x="1636371" y="106140"/>
                    <a:pt x="1636792" y="105155"/>
                    <a:pt x="1636792" y="102909"/>
                  </a:cubicBezTo>
                  <a:lnTo>
                    <a:pt x="1636792" y="93636"/>
                  </a:lnTo>
                  <a:cubicBezTo>
                    <a:pt x="1636792" y="92230"/>
                    <a:pt x="1635675" y="91534"/>
                    <a:pt x="1634270" y="91534"/>
                  </a:cubicBezTo>
                  <a:lnTo>
                    <a:pt x="1633849" y="91534"/>
                  </a:lnTo>
                  <a:cubicBezTo>
                    <a:pt x="1627952" y="92099"/>
                    <a:pt x="1618245" y="92940"/>
                    <a:pt x="1607973" y="92940"/>
                  </a:cubicBezTo>
                  <a:cubicBezTo>
                    <a:pt x="1594470" y="92940"/>
                    <a:pt x="1591094" y="83233"/>
                    <a:pt x="1591094" y="75064"/>
                  </a:cubicBezTo>
                  <a:lnTo>
                    <a:pt x="1591094" y="74643"/>
                  </a:lnTo>
                  <a:lnTo>
                    <a:pt x="1636936" y="74643"/>
                  </a:lnTo>
                  <a:cubicBezTo>
                    <a:pt x="1638906" y="74643"/>
                    <a:pt x="1639747" y="73382"/>
                    <a:pt x="1639747" y="71136"/>
                  </a:cubicBezTo>
                  <a:moveTo>
                    <a:pt x="1553830" y="104879"/>
                  </a:moveTo>
                  <a:lnTo>
                    <a:pt x="1553830" y="3651"/>
                  </a:lnTo>
                  <a:cubicBezTo>
                    <a:pt x="1553830" y="2102"/>
                    <a:pt x="1552714" y="841"/>
                    <a:pt x="1551164" y="841"/>
                  </a:cubicBezTo>
                  <a:lnTo>
                    <a:pt x="1538107" y="841"/>
                  </a:lnTo>
                  <a:cubicBezTo>
                    <a:pt x="1536557" y="841"/>
                    <a:pt x="1535296" y="2102"/>
                    <a:pt x="1535296" y="3651"/>
                  </a:cubicBezTo>
                  <a:lnTo>
                    <a:pt x="1535296" y="104879"/>
                  </a:lnTo>
                  <a:cubicBezTo>
                    <a:pt x="1535296" y="106416"/>
                    <a:pt x="1536557" y="107821"/>
                    <a:pt x="1538107" y="107821"/>
                  </a:cubicBezTo>
                  <a:lnTo>
                    <a:pt x="1551164" y="107821"/>
                  </a:lnTo>
                  <a:cubicBezTo>
                    <a:pt x="1552714" y="107821"/>
                    <a:pt x="1553830" y="106416"/>
                    <a:pt x="1553830" y="104879"/>
                  </a:cubicBezTo>
                  <a:moveTo>
                    <a:pt x="1519679" y="31352"/>
                  </a:moveTo>
                  <a:cubicBezTo>
                    <a:pt x="1519679" y="29802"/>
                    <a:pt x="1518418" y="28541"/>
                    <a:pt x="1516868" y="28541"/>
                  </a:cubicBezTo>
                  <a:lnTo>
                    <a:pt x="1503220" y="28541"/>
                  </a:lnTo>
                  <a:cubicBezTo>
                    <a:pt x="1501815" y="28541"/>
                    <a:pt x="1500830" y="29802"/>
                    <a:pt x="1500698" y="31076"/>
                  </a:cubicBezTo>
                  <a:lnTo>
                    <a:pt x="1491832" y="90536"/>
                  </a:lnTo>
                  <a:cubicBezTo>
                    <a:pt x="1491701" y="91797"/>
                    <a:pt x="1491412" y="92506"/>
                    <a:pt x="1491136" y="92506"/>
                  </a:cubicBezTo>
                  <a:cubicBezTo>
                    <a:pt x="1490847" y="92506"/>
                    <a:pt x="1490427" y="91942"/>
                    <a:pt x="1490151" y="90536"/>
                  </a:cubicBezTo>
                  <a:lnTo>
                    <a:pt x="1478474" y="43304"/>
                  </a:lnTo>
                  <a:cubicBezTo>
                    <a:pt x="1477068" y="37814"/>
                    <a:pt x="1475387" y="37249"/>
                    <a:pt x="1470606" y="37249"/>
                  </a:cubicBezTo>
                  <a:lnTo>
                    <a:pt x="1460754" y="37249"/>
                  </a:lnTo>
                  <a:cubicBezTo>
                    <a:pt x="1455973" y="37249"/>
                    <a:pt x="1454292" y="37814"/>
                    <a:pt x="1452887" y="43304"/>
                  </a:cubicBezTo>
                  <a:lnTo>
                    <a:pt x="1441209" y="90536"/>
                  </a:lnTo>
                  <a:cubicBezTo>
                    <a:pt x="1440934" y="91942"/>
                    <a:pt x="1440513" y="92506"/>
                    <a:pt x="1440224" y="92506"/>
                  </a:cubicBezTo>
                  <a:cubicBezTo>
                    <a:pt x="1439948" y="92506"/>
                    <a:pt x="1439673" y="91797"/>
                    <a:pt x="1439528" y="90536"/>
                  </a:cubicBezTo>
                  <a:lnTo>
                    <a:pt x="1430662" y="31076"/>
                  </a:lnTo>
                  <a:cubicBezTo>
                    <a:pt x="1430531" y="29802"/>
                    <a:pt x="1429545" y="28541"/>
                    <a:pt x="1428140" y="28541"/>
                  </a:cubicBezTo>
                  <a:lnTo>
                    <a:pt x="1414493" y="28541"/>
                  </a:lnTo>
                  <a:cubicBezTo>
                    <a:pt x="1412956" y="28541"/>
                    <a:pt x="1411682" y="29802"/>
                    <a:pt x="1411682" y="31352"/>
                  </a:cubicBezTo>
                  <a:lnTo>
                    <a:pt x="1411682" y="31772"/>
                  </a:lnTo>
                  <a:lnTo>
                    <a:pt x="1424475" y="96434"/>
                  </a:lnTo>
                  <a:cubicBezTo>
                    <a:pt x="1426170" y="104879"/>
                    <a:pt x="1428416" y="108241"/>
                    <a:pt x="1436993" y="108241"/>
                  </a:cubicBezTo>
                  <a:lnTo>
                    <a:pt x="1440789" y="108241"/>
                  </a:lnTo>
                  <a:cubicBezTo>
                    <a:pt x="1448381" y="108241"/>
                    <a:pt x="1452322" y="104590"/>
                    <a:pt x="1454148" y="97287"/>
                  </a:cubicBezTo>
                  <a:lnTo>
                    <a:pt x="1465260" y="54259"/>
                  </a:lnTo>
                  <a:cubicBezTo>
                    <a:pt x="1465404" y="53707"/>
                    <a:pt x="1465404" y="53562"/>
                    <a:pt x="1465680" y="53562"/>
                  </a:cubicBezTo>
                  <a:cubicBezTo>
                    <a:pt x="1465956" y="53562"/>
                    <a:pt x="1465956" y="53707"/>
                    <a:pt x="1466100" y="54259"/>
                  </a:cubicBezTo>
                  <a:lnTo>
                    <a:pt x="1477213" y="97287"/>
                  </a:lnTo>
                  <a:cubicBezTo>
                    <a:pt x="1479039" y="104590"/>
                    <a:pt x="1482979" y="108241"/>
                    <a:pt x="1490571" y="108241"/>
                  </a:cubicBezTo>
                  <a:lnTo>
                    <a:pt x="1494367" y="108241"/>
                  </a:lnTo>
                  <a:cubicBezTo>
                    <a:pt x="1502945" y="108241"/>
                    <a:pt x="1505191" y="104879"/>
                    <a:pt x="1506885" y="96434"/>
                  </a:cubicBezTo>
                  <a:lnTo>
                    <a:pt x="1519679" y="31772"/>
                  </a:lnTo>
                  <a:lnTo>
                    <a:pt x="1519679" y="31352"/>
                  </a:lnTo>
                  <a:close/>
                  <a:moveTo>
                    <a:pt x="1382889" y="73947"/>
                  </a:moveTo>
                  <a:cubicBezTo>
                    <a:pt x="1382889" y="85479"/>
                    <a:pt x="1377688" y="92940"/>
                    <a:pt x="1367837" y="92940"/>
                  </a:cubicBezTo>
                  <a:cubicBezTo>
                    <a:pt x="1357985" y="92940"/>
                    <a:pt x="1352784" y="85479"/>
                    <a:pt x="1352784" y="73947"/>
                  </a:cubicBezTo>
                  <a:lnTo>
                    <a:pt x="1352784" y="62560"/>
                  </a:lnTo>
                  <a:cubicBezTo>
                    <a:pt x="1352784" y="51028"/>
                    <a:pt x="1357985" y="43567"/>
                    <a:pt x="1367837" y="43567"/>
                  </a:cubicBezTo>
                  <a:cubicBezTo>
                    <a:pt x="1377688" y="43567"/>
                    <a:pt x="1382889" y="51028"/>
                    <a:pt x="1382889" y="62560"/>
                  </a:cubicBezTo>
                  <a:lnTo>
                    <a:pt x="1382889" y="73947"/>
                  </a:lnTo>
                  <a:close/>
                  <a:moveTo>
                    <a:pt x="1401436" y="73947"/>
                  </a:moveTo>
                  <a:lnTo>
                    <a:pt x="1401436" y="62560"/>
                  </a:lnTo>
                  <a:cubicBezTo>
                    <a:pt x="1401436" y="42438"/>
                    <a:pt x="1389917" y="27556"/>
                    <a:pt x="1367837" y="27556"/>
                  </a:cubicBezTo>
                  <a:cubicBezTo>
                    <a:pt x="1345756" y="27556"/>
                    <a:pt x="1334237" y="42438"/>
                    <a:pt x="1334237" y="62560"/>
                  </a:cubicBezTo>
                  <a:lnTo>
                    <a:pt x="1334237" y="73947"/>
                  </a:lnTo>
                  <a:cubicBezTo>
                    <a:pt x="1334237" y="94056"/>
                    <a:pt x="1345756" y="108951"/>
                    <a:pt x="1367837" y="108951"/>
                  </a:cubicBezTo>
                  <a:cubicBezTo>
                    <a:pt x="1389917" y="108951"/>
                    <a:pt x="1401436" y="94056"/>
                    <a:pt x="1401436" y="73947"/>
                  </a:cubicBezTo>
                  <a:moveTo>
                    <a:pt x="1316215" y="104866"/>
                  </a:moveTo>
                  <a:lnTo>
                    <a:pt x="1316215" y="59040"/>
                  </a:lnTo>
                  <a:cubicBezTo>
                    <a:pt x="1316215" y="41177"/>
                    <a:pt x="1312148" y="27556"/>
                    <a:pt x="1291919" y="27556"/>
                  </a:cubicBezTo>
                  <a:cubicBezTo>
                    <a:pt x="1282633" y="27556"/>
                    <a:pt x="1277274" y="29106"/>
                    <a:pt x="1269117" y="34294"/>
                  </a:cubicBezTo>
                  <a:lnTo>
                    <a:pt x="1269117" y="31352"/>
                  </a:lnTo>
                  <a:cubicBezTo>
                    <a:pt x="1269117" y="29802"/>
                    <a:pt x="1267856" y="28541"/>
                    <a:pt x="1266306" y="28541"/>
                  </a:cubicBezTo>
                  <a:lnTo>
                    <a:pt x="1254090" y="28541"/>
                  </a:lnTo>
                  <a:cubicBezTo>
                    <a:pt x="1252540" y="28541"/>
                    <a:pt x="1251279" y="29802"/>
                    <a:pt x="1251279" y="31352"/>
                  </a:cubicBezTo>
                  <a:lnTo>
                    <a:pt x="1251279" y="104879"/>
                  </a:lnTo>
                  <a:cubicBezTo>
                    <a:pt x="1251279" y="106416"/>
                    <a:pt x="1252540" y="107821"/>
                    <a:pt x="1254090" y="107821"/>
                  </a:cubicBezTo>
                  <a:lnTo>
                    <a:pt x="1267015" y="107821"/>
                  </a:lnTo>
                  <a:cubicBezTo>
                    <a:pt x="1268565" y="107821"/>
                    <a:pt x="1269826" y="106416"/>
                    <a:pt x="1269826" y="104879"/>
                  </a:cubicBezTo>
                  <a:lnTo>
                    <a:pt x="1269826" y="48361"/>
                  </a:lnTo>
                  <a:cubicBezTo>
                    <a:pt x="1275737" y="45248"/>
                    <a:pt x="1280938" y="43291"/>
                    <a:pt x="1285720" y="43291"/>
                  </a:cubicBezTo>
                  <a:cubicBezTo>
                    <a:pt x="1296556" y="43291"/>
                    <a:pt x="1297686" y="46798"/>
                    <a:pt x="1297686" y="59040"/>
                  </a:cubicBezTo>
                  <a:lnTo>
                    <a:pt x="1297686" y="104866"/>
                  </a:lnTo>
                  <a:cubicBezTo>
                    <a:pt x="1297686" y="106416"/>
                    <a:pt x="1298947" y="107821"/>
                    <a:pt x="1300497" y="107821"/>
                  </a:cubicBezTo>
                  <a:lnTo>
                    <a:pt x="1313422" y="107821"/>
                  </a:lnTo>
                  <a:cubicBezTo>
                    <a:pt x="1314955" y="107821"/>
                    <a:pt x="1316215" y="106416"/>
                    <a:pt x="1316215" y="104866"/>
                  </a:cubicBezTo>
                  <a:moveTo>
                    <a:pt x="1236082" y="106560"/>
                  </a:moveTo>
                  <a:cubicBezTo>
                    <a:pt x="1236082" y="106140"/>
                    <a:pt x="1235793" y="105575"/>
                    <a:pt x="1235373" y="104879"/>
                  </a:cubicBezTo>
                  <a:lnTo>
                    <a:pt x="1199093" y="53983"/>
                  </a:lnTo>
                  <a:lnTo>
                    <a:pt x="1235097" y="7447"/>
                  </a:lnTo>
                  <a:cubicBezTo>
                    <a:pt x="1235662" y="6751"/>
                    <a:pt x="1236082" y="5897"/>
                    <a:pt x="1236082" y="5201"/>
                  </a:cubicBezTo>
                  <a:cubicBezTo>
                    <a:pt x="1236082" y="4216"/>
                    <a:pt x="1235228" y="3507"/>
                    <a:pt x="1233402" y="3507"/>
                  </a:cubicBezTo>
                  <a:lnTo>
                    <a:pt x="1217377" y="3507"/>
                  </a:lnTo>
                  <a:cubicBezTo>
                    <a:pt x="1215828" y="3507"/>
                    <a:pt x="1214842" y="3651"/>
                    <a:pt x="1214146" y="4636"/>
                  </a:cubicBezTo>
                  <a:lnTo>
                    <a:pt x="1179693" y="50883"/>
                  </a:lnTo>
                  <a:lnTo>
                    <a:pt x="1179693" y="6186"/>
                  </a:lnTo>
                  <a:cubicBezTo>
                    <a:pt x="1179693" y="4636"/>
                    <a:pt x="1178432" y="3507"/>
                    <a:pt x="1176882" y="3507"/>
                  </a:cubicBezTo>
                  <a:lnTo>
                    <a:pt x="1162972" y="3507"/>
                  </a:lnTo>
                  <a:cubicBezTo>
                    <a:pt x="1161422" y="3507"/>
                    <a:pt x="1160161" y="4636"/>
                    <a:pt x="1160161" y="6186"/>
                  </a:cubicBezTo>
                  <a:lnTo>
                    <a:pt x="1160161" y="105010"/>
                  </a:lnTo>
                  <a:cubicBezTo>
                    <a:pt x="1160161" y="106560"/>
                    <a:pt x="1161422" y="107821"/>
                    <a:pt x="1162972" y="107821"/>
                  </a:cubicBezTo>
                  <a:lnTo>
                    <a:pt x="1176882" y="107821"/>
                  </a:lnTo>
                  <a:cubicBezTo>
                    <a:pt x="1178432" y="107821"/>
                    <a:pt x="1179693" y="106560"/>
                    <a:pt x="1179693" y="105010"/>
                  </a:cubicBezTo>
                  <a:lnTo>
                    <a:pt x="1179693" y="58343"/>
                  </a:lnTo>
                  <a:lnTo>
                    <a:pt x="1211887" y="106284"/>
                  </a:lnTo>
                  <a:cubicBezTo>
                    <a:pt x="1212596" y="107401"/>
                    <a:pt x="1213437" y="107821"/>
                    <a:pt x="1215131" y="107821"/>
                  </a:cubicBezTo>
                  <a:lnTo>
                    <a:pt x="1233967" y="107821"/>
                  </a:lnTo>
                  <a:cubicBezTo>
                    <a:pt x="1235373" y="107821"/>
                    <a:pt x="1236082" y="107401"/>
                    <a:pt x="1236082" y="106560"/>
                  </a:cubicBezTo>
                  <a:moveTo>
                    <a:pt x="1084792" y="61443"/>
                  </a:moveTo>
                  <a:lnTo>
                    <a:pt x="1054975" y="61443"/>
                  </a:lnTo>
                  <a:lnTo>
                    <a:pt x="1054975" y="60878"/>
                  </a:lnTo>
                  <a:cubicBezTo>
                    <a:pt x="1054975" y="49767"/>
                    <a:pt x="1061306" y="43567"/>
                    <a:pt x="1070028" y="43567"/>
                  </a:cubicBezTo>
                  <a:cubicBezTo>
                    <a:pt x="1078749" y="43567"/>
                    <a:pt x="1084792" y="49898"/>
                    <a:pt x="1084792" y="60878"/>
                  </a:cubicBezTo>
                  <a:lnTo>
                    <a:pt x="1084792" y="61443"/>
                  </a:lnTo>
                  <a:close/>
                  <a:moveTo>
                    <a:pt x="1103483" y="71136"/>
                  </a:moveTo>
                  <a:lnTo>
                    <a:pt x="1103483" y="63269"/>
                  </a:lnTo>
                  <a:cubicBezTo>
                    <a:pt x="1103483" y="42306"/>
                    <a:pt x="1091674" y="27556"/>
                    <a:pt x="1070028" y="27556"/>
                  </a:cubicBezTo>
                  <a:cubicBezTo>
                    <a:pt x="1048512" y="27556"/>
                    <a:pt x="1036283" y="41321"/>
                    <a:pt x="1036283" y="63269"/>
                  </a:cubicBezTo>
                  <a:lnTo>
                    <a:pt x="1036283" y="73658"/>
                  </a:lnTo>
                  <a:cubicBezTo>
                    <a:pt x="1036283" y="101359"/>
                    <a:pt x="1056236" y="108951"/>
                    <a:pt x="1070303" y="108951"/>
                  </a:cubicBezTo>
                  <a:cubicBezTo>
                    <a:pt x="1082966" y="108951"/>
                    <a:pt x="1088443" y="108241"/>
                    <a:pt x="1097585" y="106560"/>
                  </a:cubicBezTo>
                  <a:cubicBezTo>
                    <a:pt x="1100107" y="106140"/>
                    <a:pt x="1100527" y="105155"/>
                    <a:pt x="1100527" y="102909"/>
                  </a:cubicBezTo>
                  <a:lnTo>
                    <a:pt x="1100527" y="93636"/>
                  </a:lnTo>
                  <a:cubicBezTo>
                    <a:pt x="1100527" y="92230"/>
                    <a:pt x="1099411" y="91534"/>
                    <a:pt x="1098005" y="91534"/>
                  </a:cubicBezTo>
                  <a:lnTo>
                    <a:pt x="1097585" y="91534"/>
                  </a:lnTo>
                  <a:cubicBezTo>
                    <a:pt x="1091674" y="92099"/>
                    <a:pt x="1081981" y="92940"/>
                    <a:pt x="1071709" y="92940"/>
                  </a:cubicBezTo>
                  <a:cubicBezTo>
                    <a:pt x="1058206" y="92940"/>
                    <a:pt x="1054830" y="83233"/>
                    <a:pt x="1054830" y="75064"/>
                  </a:cubicBezTo>
                  <a:lnTo>
                    <a:pt x="1054830" y="74643"/>
                  </a:lnTo>
                  <a:lnTo>
                    <a:pt x="1100672" y="74643"/>
                  </a:lnTo>
                  <a:cubicBezTo>
                    <a:pt x="1102642" y="74643"/>
                    <a:pt x="1103483" y="73382"/>
                    <a:pt x="1103483" y="71136"/>
                  </a:cubicBezTo>
                  <a:moveTo>
                    <a:pt x="1023897" y="105444"/>
                  </a:moveTo>
                  <a:lnTo>
                    <a:pt x="1023897" y="96591"/>
                  </a:lnTo>
                  <a:cubicBezTo>
                    <a:pt x="1023897" y="95186"/>
                    <a:pt x="1022767" y="94490"/>
                    <a:pt x="1020942" y="94490"/>
                  </a:cubicBezTo>
                  <a:lnTo>
                    <a:pt x="1013494" y="94490"/>
                  </a:lnTo>
                  <a:cubicBezTo>
                    <a:pt x="1008424" y="94490"/>
                    <a:pt x="1008003" y="93636"/>
                    <a:pt x="1008003" y="86609"/>
                  </a:cubicBezTo>
                  <a:lnTo>
                    <a:pt x="1008003" y="42438"/>
                  </a:lnTo>
                  <a:lnTo>
                    <a:pt x="1020653" y="42438"/>
                  </a:lnTo>
                  <a:cubicBezTo>
                    <a:pt x="1022203" y="42438"/>
                    <a:pt x="1023477" y="41177"/>
                    <a:pt x="1023477" y="39640"/>
                  </a:cubicBezTo>
                  <a:lnTo>
                    <a:pt x="1023477" y="31352"/>
                  </a:lnTo>
                  <a:cubicBezTo>
                    <a:pt x="1023477" y="29802"/>
                    <a:pt x="1022203" y="28541"/>
                    <a:pt x="1020653" y="28541"/>
                  </a:cubicBezTo>
                  <a:lnTo>
                    <a:pt x="1008003" y="28541"/>
                  </a:lnTo>
                  <a:lnTo>
                    <a:pt x="1008003" y="14054"/>
                  </a:lnTo>
                  <a:cubicBezTo>
                    <a:pt x="1008003" y="12649"/>
                    <a:pt x="1007018" y="11952"/>
                    <a:pt x="1005757" y="11952"/>
                  </a:cubicBezTo>
                  <a:lnTo>
                    <a:pt x="1005192" y="11952"/>
                  </a:lnTo>
                  <a:lnTo>
                    <a:pt x="992123" y="14198"/>
                  </a:lnTo>
                  <a:cubicBezTo>
                    <a:pt x="990586" y="14474"/>
                    <a:pt x="989325" y="15459"/>
                    <a:pt x="989325" y="17009"/>
                  </a:cubicBezTo>
                  <a:lnTo>
                    <a:pt x="989325" y="28541"/>
                  </a:lnTo>
                  <a:lnTo>
                    <a:pt x="976098" y="28541"/>
                  </a:lnTo>
                  <a:cubicBezTo>
                    <a:pt x="974561" y="28541"/>
                    <a:pt x="973287" y="29802"/>
                    <a:pt x="973287" y="31352"/>
                  </a:cubicBezTo>
                  <a:lnTo>
                    <a:pt x="973287" y="37670"/>
                  </a:lnTo>
                  <a:cubicBezTo>
                    <a:pt x="973287" y="39206"/>
                    <a:pt x="974561" y="40192"/>
                    <a:pt x="976098" y="40481"/>
                  </a:cubicBezTo>
                  <a:lnTo>
                    <a:pt x="989325" y="42438"/>
                  </a:lnTo>
                  <a:lnTo>
                    <a:pt x="989325" y="86609"/>
                  </a:lnTo>
                  <a:cubicBezTo>
                    <a:pt x="989325" y="105444"/>
                    <a:pt x="995788" y="108951"/>
                    <a:pt x="1011655" y="108951"/>
                  </a:cubicBezTo>
                  <a:cubicBezTo>
                    <a:pt x="1014755" y="108951"/>
                    <a:pt x="1017842" y="108530"/>
                    <a:pt x="1021217" y="107966"/>
                  </a:cubicBezTo>
                  <a:cubicBezTo>
                    <a:pt x="1023043" y="107690"/>
                    <a:pt x="1023897" y="106849"/>
                    <a:pt x="1023897" y="105444"/>
                  </a:cubicBezTo>
                  <a:moveTo>
                    <a:pt x="944613" y="90247"/>
                  </a:moveTo>
                  <a:cubicBezTo>
                    <a:pt x="940541" y="92519"/>
                    <a:pt x="935327" y="94201"/>
                    <a:pt x="930270" y="94201"/>
                  </a:cubicBezTo>
                  <a:cubicBezTo>
                    <a:pt x="923229" y="94201"/>
                    <a:pt x="920129" y="92375"/>
                    <a:pt x="920129" y="85479"/>
                  </a:cubicBezTo>
                  <a:lnTo>
                    <a:pt x="920129" y="84915"/>
                  </a:lnTo>
                  <a:cubicBezTo>
                    <a:pt x="920129" y="77034"/>
                    <a:pt x="922940" y="72949"/>
                    <a:pt x="935747" y="72949"/>
                  </a:cubicBezTo>
                  <a:lnTo>
                    <a:pt x="944613" y="72949"/>
                  </a:lnTo>
                  <a:lnTo>
                    <a:pt x="944613" y="90247"/>
                  </a:lnTo>
                  <a:close/>
                  <a:moveTo>
                    <a:pt x="963160" y="105023"/>
                  </a:moveTo>
                  <a:lnTo>
                    <a:pt x="963160" y="54403"/>
                  </a:lnTo>
                  <a:cubicBezTo>
                    <a:pt x="963160" y="36409"/>
                    <a:pt x="952205" y="27556"/>
                    <a:pt x="932240" y="27556"/>
                  </a:cubicBezTo>
                  <a:cubicBezTo>
                    <a:pt x="922520" y="27556"/>
                    <a:pt x="914376" y="28686"/>
                    <a:pt x="908754" y="29802"/>
                  </a:cubicBezTo>
                  <a:cubicBezTo>
                    <a:pt x="906929" y="30222"/>
                    <a:pt x="906088" y="31208"/>
                    <a:pt x="906088" y="32757"/>
                  </a:cubicBezTo>
                  <a:lnTo>
                    <a:pt x="906088" y="41741"/>
                  </a:lnTo>
                  <a:cubicBezTo>
                    <a:pt x="906088" y="43712"/>
                    <a:pt x="907204" y="44132"/>
                    <a:pt x="908610" y="44132"/>
                  </a:cubicBezTo>
                  <a:lnTo>
                    <a:pt x="909319" y="44132"/>
                  </a:lnTo>
                  <a:cubicBezTo>
                    <a:pt x="913956" y="43567"/>
                    <a:pt x="923229" y="43002"/>
                    <a:pt x="932240" y="43002"/>
                  </a:cubicBezTo>
                  <a:cubicBezTo>
                    <a:pt x="940541" y="43002"/>
                    <a:pt x="944613" y="45261"/>
                    <a:pt x="944613" y="54403"/>
                  </a:cubicBezTo>
                  <a:lnTo>
                    <a:pt x="944613" y="60603"/>
                  </a:lnTo>
                  <a:lnTo>
                    <a:pt x="935747" y="60603"/>
                  </a:lnTo>
                  <a:cubicBezTo>
                    <a:pt x="911276" y="60603"/>
                    <a:pt x="901451" y="68877"/>
                    <a:pt x="901451" y="84915"/>
                  </a:cubicBezTo>
                  <a:lnTo>
                    <a:pt x="901451" y="85479"/>
                  </a:lnTo>
                  <a:cubicBezTo>
                    <a:pt x="901451" y="104459"/>
                    <a:pt x="914087" y="108951"/>
                    <a:pt x="925764" y="108951"/>
                  </a:cubicBezTo>
                  <a:cubicBezTo>
                    <a:pt x="932516" y="108951"/>
                    <a:pt x="939123" y="106705"/>
                    <a:pt x="945598" y="102764"/>
                  </a:cubicBezTo>
                  <a:lnTo>
                    <a:pt x="945598" y="105023"/>
                  </a:lnTo>
                  <a:cubicBezTo>
                    <a:pt x="945598" y="106560"/>
                    <a:pt x="946859" y="107821"/>
                    <a:pt x="948409" y="107821"/>
                  </a:cubicBezTo>
                  <a:lnTo>
                    <a:pt x="960349" y="107821"/>
                  </a:lnTo>
                  <a:cubicBezTo>
                    <a:pt x="961899" y="107821"/>
                    <a:pt x="963160" y="106560"/>
                    <a:pt x="963160" y="105010"/>
                  </a:cubicBezTo>
                  <a:lnTo>
                    <a:pt x="963160" y="105023"/>
                  </a:lnTo>
                  <a:close/>
                  <a:moveTo>
                    <a:pt x="867707" y="61443"/>
                  </a:moveTo>
                  <a:lnTo>
                    <a:pt x="837877" y="61443"/>
                  </a:lnTo>
                  <a:lnTo>
                    <a:pt x="837877" y="60878"/>
                  </a:lnTo>
                  <a:cubicBezTo>
                    <a:pt x="837877" y="49767"/>
                    <a:pt x="844208" y="43567"/>
                    <a:pt x="852930" y="43567"/>
                  </a:cubicBezTo>
                  <a:cubicBezTo>
                    <a:pt x="861652" y="43567"/>
                    <a:pt x="867707" y="49898"/>
                    <a:pt x="867707" y="60878"/>
                  </a:cubicBezTo>
                  <a:lnTo>
                    <a:pt x="867707" y="61443"/>
                  </a:lnTo>
                  <a:close/>
                  <a:moveTo>
                    <a:pt x="886385" y="71136"/>
                  </a:moveTo>
                  <a:lnTo>
                    <a:pt x="886385" y="63269"/>
                  </a:lnTo>
                  <a:cubicBezTo>
                    <a:pt x="886385" y="42306"/>
                    <a:pt x="874590" y="27556"/>
                    <a:pt x="852930" y="27556"/>
                  </a:cubicBezTo>
                  <a:cubicBezTo>
                    <a:pt x="831415" y="27556"/>
                    <a:pt x="819186" y="41321"/>
                    <a:pt x="819186" y="63269"/>
                  </a:cubicBezTo>
                  <a:lnTo>
                    <a:pt x="819186" y="73658"/>
                  </a:lnTo>
                  <a:cubicBezTo>
                    <a:pt x="819186" y="101359"/>
                    <a:pt x="839138" y="108951"/>
                    <a:pt x="853206" y="108951"/>
                  </a:cubicBezTo>
                  <a:cubicBezTo>
                    <a:pt x="865868" y="108951"/>
                    <a:pt x="871359" y="108241"/>
                    <a:pt x="880488" y="106560"/>
                  </a:cubicBezTo>
                  <a:cubicBezTo>
                    <a:pt x="883010" y="106140"/>
                    <a:pt x="883443" y="105155"/>
                    <a:pt x="883443" y="102909"/>
                  </a:cubicBezTo>
                  <a:lnTo>
                    <a:pt x="883443" y="93636"/>
                  </a:lnTo>
                  <a:cubicBezTo>
                    <a:pt x="883443" y="92230"/>
                    <a:pt x="882313" y="91534"/>
                    <a:pt x="880908" y="91534"/>
                  </a:cubicBezTo>
                  <a:lnTo>
                    <a:pt x="880488" y="91534"/>
                  </a:lnTo>
                  <a:cubicBezTo>
                    <a:pt x="874590" y="92099"/>
                    <a:pt x="864883" y="92940"/>
                    <a:pt x="854624" y="92940"/>
                  </a:cubicBezTo>
                  <a:cubicBezTo>
                    <a:pt x="841108" y="92940"/>
                    <a:pt x="837733" y="83233"/>
                    <a:pt x="837733" y="75064"/>
                  </a:cubicBezTo>
                  <a:lnTo>
                    <a:pt x="837733" y="74643"/>
                  </a:lnTo>
                  <a:lnTo>
                    <a:pt x="883574" y="74643"/>
                  </a:lnTo>
                  <a:cubicBezTo>
                    <a:pt x="885545" y="74643"/>
                    <a:pt x="886385" y="73382"/>
                    <a:pt x="886385" y="71136"/>
                  </a:cubicBezTo>
                  <a:moveTo>
                    <a:pt x="810175" y="40481"/>
                  </a:moveTo>
                  <a:lnTo>
                    <a:pt x="810175" y="30367"/>
                  </a:lnTo>
                  <a:cubicBezTo>
                    <a:pt x="810175" y="28817"/>
                    <a:pt x="808914" y="27556"/>
                    <a:pt x="807364" y="27556"/>
                  </a:cubicBezTo>
                  <a:cubicBezTo>
                    <a:pt x="801742" y="27556"/>
                    <a:pt x="794150" y="28962"/>
                    <a:pt x="787267" y="34294"/>
                  </a:cubicBezTo>
                  <a:lnTo>
                    <a:pt x="787267" y="31352"/>
                  </a:lnTo>
                  <a:cubicBezTo>
                    <a:pt x="787267" y="29802"/>
                    <a:pt x="785993" y="28541"/>
                    <a:pt x="784457" y="28541"/>
                  </a:cubicBezTo>
                  <a:lnTo>
                    <a:pt x="772228" y="28541"/>
                  </a:lnTo>
                  <a:cubicBezTo>
                    <a:pt x="770678" y="28541"/>
                    <a:pt x="769417" y="29802"/>
                    <a:pt x="769417" y="31352"/>
                  </a:cubicBezTo>
                  <a:lnTo>
                    <a:pt x="769417" y="104879"/>
                  </a:lnTo>
                  <a:cubicBezTo>
                    <a:pt x="769417" y="106416"/>
                    <a:pt x="770678" y="107821"/>
                    <a:pt x="772228" y="107821"/>
                  </a:cubicBezTo>
                  <a:lnTo>
                    <a:pt x="785153" y="107821"/>
                  </a:lnTo>
                  <a:cubicBezTo>
                    <a:pt x="786703" y="107821"/>
                    <a:pt x="787964" y="106416"/>
                    <a:pt x="787964" y="104879"/>
                  </a:cubicBezTo>
                  <a:lnTo>
                    <a:pt x="787964" y="48361"/>
                  </a:lnTo>
                  <a:cubicBezTo>
                    <a:pt x="793874" y="45275"/>
                    <a:pt x="799772" y="43304"/>
                    <a:pt x="807364" y="43304"/>
                  </a:cubicBezTo>
                  <a:cubicBezTo>
                    <a:pt x="808914" y="43304"/>
                    <a:pt x="810175" y="42030"/>
                    <a:pt x="810175" y="40494"/>
                  </a:cubicBezTo>
                  <a:lnTo>
                    <a:pt x="810175" y="40481"/>
                  </a:lnTo>
                  <a:close/>
                  <a:moveTo>
                    <a:pt x="751829" y="103474"/>
                  </a:moveTo>
                  <a:lnTo>
                    <a:pt x="751829" y="94056"/>
                  </a:lnTo>
                  <a:cubicBezTo>
                    <a:pt x="751829" y="92375"/>
                    <a:pt x="751120" y="91114"/>
                    <a:pt x="749018" y="91114"/>
                  </a:cubicBezTo>
                  <a:lnTo>
                    <a:pt x="748729" y="91114"/>
                  </a:lnTo>
                  <a:cubicBezTo>
                    <a:pt x="743816" y="91534"/>
                    <a:pt x="734254" y="92230"/>
                    <a:pt x="726793" y="92230"/>
                  </a:cubicBezTo>
                  <a:cubicBezTo>
                    <a:pt x="714985" y="92230"/>
                    <a:pt x="706408" y="85479"/>
                    <a:pt x="706408" y="65935"/>
                  </a:cubicBezTo>
                  <a:lnTo>
                    <a:pt x="706408" y="45261"/>
                  </a:lnTo>
                  <a:cubicBezTo>
                    <a:pt x="706408" y="25284"/>
                    <a:pt x="714985" y="18966"/>
                    <a:pt x="726793" y="18966"/>
                  </a:cubicBezTo>
                  <a:cubicBezTo>
                    <a:pt x="734254" y="18966"/>
                    <a:pt x="743816" y="19662"/>
                    <a:pt x="748729" y="20083"/>
                  </a:cubicBezTo>
                  <a:lnTo>
                    <a:pt x="749018" y="20083"/>
                  </a:lnTo>
                  <a:cubicBezTo>
                    <a:pt x="751120" y="20083"/>
                    <a:pt x="751829" y="18822"/>
                    <a:pt x="751829" y="17141"/>
                  </a:cubicBezTo>
                  <a:lnTo>
                    <a:pt x="751829" y="7723"/>
                  </a:lnTo>
                  <a:cubicBezTo>
                    <a:pt x="751829" y="5753"/>
                    <a:pt x="750568" y="5057"/>
                    <a:pt x="748729" y="4492"/>
                  </a:cubicBezTo>
                  <a:cubicBezTo>
                    <a:pt x="746627" y="3927"/>
                    <a:pt x="737341" y="2246"/>
                    <a:pt x="726517" y="2246"/>
                  </a:cubicBezTo>
                  <a:cubicBezTo>
                    <a:pt x="709639" y="2246"/>
                    <a:pt x="686744" y="9969"/>
                    <a:pt x="686744" y="45261"/>
                  </a:cubicBezTo>
                  <a:lnTo>
                    <a:pt x="686744" y="65935"/>
                  </a:lnTo>
                  <a:cubicBezTo>
                    <a:pt x="686744" y="100663"/>
                    <a:pt x="709639" y="108951"/>
                    <a:pt x="726517" y="108951"/>
                  </a:cubicBezTo>
                  <a:cubicBezTo>
                    <a:pt x="737341" y="108951"/>
                    <a:pt x="746627" y="107269"/>
                    <a:pt x="748729" y="106705"/>
                  </a:cubicBezTo>
                  <a:cubicBezTo>
                    <a:pt x="750568" y="106140"/>
                    <a:pt x="751829" y="105444"/>
                    <a:pt x="751829" y="103474"/>
                  </a:cubicBezTo>
                  <a:moveTo>
                    <a:pt x="630473" y="105010"/>
                  </a:moveTo>
                  <a:lnTo>
                    <a:pt x="630473" y="89144"/>
                  </a:lnTo>
                  <a:cubicBezTo>
                    <a:pt x="630473" y="87594"/>
                    <a:pt x="629212" y="86464"/>
                    <a:pt x="627676" y="86464"/>
                  </a:cubicBezTo>
                  <a:lnTo>
                    <a:pt x="615171" y="86464"/>
                  </a:lnTo>
                  <a:cubicBezTo>
                    <a:pt x="613621" y="86464"/>
                    <a:pt x="612360" y="87594"/>
                    <a:pt x="612360" y="89144"/>
                  </a:cubicBezTo>
                  <a:lnTo>
                    <a:pt x="612360" y="105010"/>
                  </a:lnTo>
                  <a:cubicBezTo>
                    <a:pt x="612360" y="106560"/>
                    <a:pt x="613621" y="107821"/>
                    <a:pt x="615171" y="107821"/>
                  </a:cubicBezTo>
                  <a:lnTo>
                    <a:pt x="627676" y="107821"/>
                  </a:lnTo>
                  <a:cubicBezTo>
                    <a:pt x="629212" y="107821"/>
                    <a:pt x="630473" y="106560"/>
                    <a:pt x="630473" y="105010"/>
                  </a:cubicBezTo>
                  <a:moveTo>
                    <a:pt x="606292" y="17272"/>
                  </a:moveTo>
                  <a:lnTo>
                    <a:pt x="606292" y="6186"/>
                  </a:lnTo>
                  <a:cubicBezTo>
                    <a:pt x="606292" y="4636"/>
                    <a:pt x="605031" y="3507"/>
                    <a:pt x="603481" y="3507"/>
                  </a:cubicBezTo>
                  <a:lnTo>
                    <a:pt x="534745" y="3507"/>
                  </a:lnTo>
                  <a:cubicBezTo>
                    <a:pt x="533195" y="3507"/>
                    <a:pt x="531934" y="4636"/>
                    <a:pt x="531934" y="6186"/>
                  </a:cubicBezTo>
                  <a:lnTo>
                    <a:pt x="531934" y="17272"/>
                  </a:lnTo>
                  <a:cubicBezTo>
                    <a:pt x="531934" y="18822"/>
                    <a:pt x="533195" y="19807"/>
                    <a:pt x="534745" y="19807"/>
                  </a:cubicBezTo>
                  <a:lnTo>
                    <a:pt x="559347" y="19807"/>
                  </a:lnTo>
                  <a:lnTo>
                    <a:pt x="559347" y="105023"/>
                  </a:lnTo>
                  <a:cubicBezTo>
                    <a:pt x="559347" y="106560"/>
                    <a:pt x="560608" y="107821"/>
                    <a:pt x="562158" y="107821"/>
                  </a:cubicBezTo>
                  <a:lnTo>
                    <a:pt x="576068" y="107821"/>
                  </a:lnTo>
                  <a:cubicBezTo>
                    <a:pt x="577618" y="107821"/>
                    <a:pt x="578879" y="106560"/>
                    <a:pt x="578879" y="105023"/>
                  </a:cubicBezTo>
                  <a:lnTo>
                    <a:pt x="578879" y="19807"/>
                  </a:lnTo>
                  <a:lnTo>
                    <a:pt x="603481" y="19807"/>
                  </a:lnTo>
                  <a:cubicBezTo>
                    <a:pt x="605031" y="19807"/>
                    <a:pt x="606292" y="18822"/>
                    <a:pt x="606292" y="17272"/>
                  </a:cubicBezTo>
                  <a:moveTo>
                    <a:pt x="515738" y="105023"/>
                  </a:moveTo>
                  <a:lnTo>
                    <a:pt x="515738" y="6173"/>
                  </a:lnTo>
                  <a:cubicBezTo>
                    <a:pt x="515738" y="4636"/>
                    <a:pt x="514477" y="3507"/>
                    <a:pt x="512927" y="3507"/>
                  </a:cubicBezTo>
                  <a:lnTo>
                    <a:pt x="499030" y="3507"/>
                  </a:lnTo>
                  <a:cubicBezTo>
                    <a:pt x="497480" y="3507"/>
                    <a:pt x="496219" y="4636"/>
                    <a:pt x="496219" y="6173"/>
                  </a:cubicBezTo>
                  <a:lnTo>
                    <a:pt x="496219" y="105023"/>
                  </a:lnTo>
                  <a:cubicBezTo>
                    <a:pt x="496219" y="106560"/>
                    <a:pt x="497480" y="107821"/>
                    <a:pt x="499030" y="107821"/>
                  </a:cubicBezTo>
                  <a:lnTo>
                    <a:pt x="512927" y="107821"/>
                  </a:lnTo>
                  <a:cubicBezTo>
                    <a:pt x="514477" y="107821"/>
                    <a:pt x="515738" y="106560"/>
                    <a:pt x="515738" y="105023"/>
                  </a:cubicBezTo>
                  <a:moveTo>
                    <a:pt x="437137" y="104866"/>
                  </a:moveTo>
                  <a:lnTo>
                    <a:pt x="437137" y="59040"/>
                  </a:lnTo>
                  <a:cubicBezTo>
                    <a:pt x="437137" y="41177"/>
                    <a:pt x="433065" y="27556"/>
                    <a:pt x="412824" y="27556"/>
                  </a:cubicBezTo>
                  <a:cubicBezTo>
                    <a:pt x="403538" y="27556"/>
                    <a:pt x="398192" y="29106"/>
                    <a:pt x="390035" y="34294"/>
                  </a:cubicBezTo>
                  <a:lnTo>
                    <a:pt x="390035" y="31352"/>
                  </a:lnTo>
                  <a:cubicBezTo>
                    <a:pt x="390035" y="29802"/>
                    <a:pt x="388774" y="28541"/>
                    <a:pt x="387224" y="28541"/>
                  </a:cubicBezTo>
                  <a:lnTo>
                    <a:pt x="375008" y="28541"/>
                  </a:lnTo>
                  <a:cubicBezTo>
                    <a:pt x="373458" y="28541"/>
                    <a:pt x="372197" y="29802"/>
                    <a:pt x="372197" y="31352"/>
                  </a:cubicBezTo>
                  <a:lnTo>
                    <a:pt x="372197" y="104879"/>
                  </a:lnTo>
                  <a:cubicBezTo>
                    <a:pt x="372197" y="106416"/>
                    <a:pt x="373458" y="107821"/>
                    <a:pt x="375008" y="107821"/>
                  </a:cubicBezTo>
                  <a:lnTo>
                    <a:pt x="387933" y="107821"/>
                  </a:lnTo>
                  <a:cubicBezTo>
                    <a:pt x="389470" y="107821"/>
                    <a:pt x="390744" y="106416"/>
                    <a:pt x="390744" y="104879"/>
                  </a:cubicBezTo>
                  <a:lnTo>
                    <a:pt x="390744" y="48361"/>
                  </a:lnTo>
                  <a:cubicBezTo>
                    <a:pt x="396655" y="45248"/>
                    <a:pt x="401856" y="43291"/>
                    <a:pt x="406638" y="43291"/>
                  </a:cubicBezTo>
                  <a:cubicBezTo>
                    <a:pt x="417474" y="43291"/>
                    <a:pt x="418604" y="46798"/>
                    <a:pt x="418604" y="59040"/>
                  </a:cubicBezTo>
                  <a:lnTo>
                    <a:pt x="418604" y="104866"/>
                  </a:lnTo>
                  <a:cubicBezTo>
                    <a:pt x="418604" y="106416"/>
                    <a:pt x="419865" y="107821"/>
                    <a:pt x="421401" y="107821"/>
                  </a:cubicBezTo>
                  <a:lnTo>
                    <a:pt x="434326" y="107821"/>
                  </a:lnTo>
                  <a:cubicBezTo>
                    <a:pt x="435876" y="107821"/>
                    <a:pt x="437137" y="106416"/>
                    <a:pt x="437137" y="104866"/>
                  </a:cubicBezTo>
                  <a:moveTo>
                    <a:pt x="336903" y="114310"/>
                  </a:moveTo>
                  <a:cubicBezTo>
                    <a:pt x="336903" y="119366"/>
                    <a:pt x="334513" y="122322"/>
                    <a:pt x="321010" y="122322"/>
                  </a:cubicBezTo>
                  <a:cubicBezTo>
                    <a:pt x="307783" y="122322"/>
                    <a:pt x="304262" y="118815"/>
                    <a:pt x="304262" y="113036"/>
                  </a:cubicBezTo>
                  <a:lnTo>
                    <a:pt x="304262" y="111775"/>
                  </a:lnTo>
                  <a:cubicBezTo>
                    <a:pt x="304262" y="106705"/>
                    <a:pt x="305668" y="104879"/>
                    <a:pt x="307783" y="101924"/>
                  </a:cubicBezTo>
                  <a:lnTo>
                    <a:pt x="320300" y="104879"/>
                  </a:lnTo>
                  <a:cubicBezTo>
                    <a:pt x="335077" y="108399"/>
                    <a:pt x="336903" y="110225"/>
                    <a:pt x="336903" y="113324"/>
                  </a:cubicBezTo>
                  <a:lnTo>
                    <a:pt x="336903" y="114310"/>
                  </a:lnTo>
                  <a:close/>
                  <a:moveTo>
                    <a:pt x="335353" y="55808"/>
                  </a:moveTo>
                  <a:cubicBezTo>
                    <a:pt x="335353" y="62849"/>
                    <a:pt x="331977" y="66920"/>
                    <a:pt x="320300" y="66920"/>
                  </a:cubicBezTo>
                  <a:cubicBezTo>
                    <a:pt x="307218" y="66920"/>
                    <a:pt x="305103" y="61010"/>
                    <a:pt x="305103" y="55808"/>
                  </a:cubicBezTo>
                  <a:lnTo>
                    <a:pt x="305103" y="54679"/>
                  </a:lnTo>
                  <a:cubicBezTo>
                    <a:pt x="305103" y="48072"/>
                    <a:pt x="308347" y="42727"/>
                    <a:pt x="320300" y="42727"/>
                  </a:cubicBezTo>
                  <a:cubicBezTo>
                    <a:pt x="332398" y="42727"/>
                    <a:pt x="335353" y="47928"/>
                    <a:pt x="335353" y="54679"/>
                  </a:cubicBezTo>
                  <a:lnTo>
                    <a:pt x="335353" y="55808"/>
                  </a:lnTo>
                  <a:close/>
                  <a:moveTo>
                    <a:pt x="356987" y="38235"/>
                  </a:moveTo>
                  <a:lnTo>
                    <a:pt x="356987" y="32337"/>
                  </a:lnTo>
                  <a:cubicBezTo>
                    <a:pt x="356987" y="30222"/>
                    <a:pt x="355305" y="28541"/>
                    <a:pt x="353191" y="28541"/>
                  </a:cubicBezTo>
                  <a:lnTo>
                    <a:pt x="320300" y="28541"/>
                  </a:lnTo>
                  <a:cubicBezTo>
                    <a:pt x="295974" y="28541"/>
                    <a:pt x="286845" y="40336"/>
                    <a:pt x="286845" y="54403"/>
                  </a:cubicBezTo>
                  <a:lnTo>
                    <a:pt x="286845" y="55388"/>
                  </a:lnTo>
                  <a:cubicBezTo>
                    <a:pt x="286845" y="62428"/>
                    <a:pt x="288382" y="67485"/>
                    <a:pt x="292598" y="71846"/>
                  </a:cubicBezTo>
                  <a:cubicBezTo>
                    <a:pt x="288815" y="74512"/>
                    <a:pt x="286990" y="78860"/>
                    <a:pt x="286990" y="83220"/>
                  </a:cubicBezTo>
                  <a:lnTo>
                    <a:pt x="286990" y="83365"/>
                  </a:lnTo>
                  <a:cubicBezTo>
                    <a:pt x="286990" y="88421"/>
                    <a:pt x="289367" y="93347"/>
                    <a:pt x="293308" y="96302"/>
                  </a:cubicBezTo>
                  <a:cubicBezTo>
                    <a:pt x="288815" y="100387"/>
                    <a:pt x="286136" y="106009"/>
                    <a:pt x="286136" y="111775"/>
                  </a:cubicBezTo>
                  <a:lnTo>
                    <a:pt x="286136" y="113036"/>
                  </a:lnTo>
                  <a:cubicBezTo>
                    <a:pt x="286136" y="127799"/>
                    <a:pt x="298220" y="136362"/>
                    <a:pt x="321010" y="136362"/>
                  </a:cubicBezTo>
                  <a:cubicBezTo>
                    <a:pt x="344902" y="136362"/>
                    <a:pt x="355450" y="128639"/>
                    <a:pt x="355450" y="114310"/>
                  </a:cubicBezTo>
                  <a:lnTo>
                    <a:pt x="355450" y="113324"/>
                  </a:lnTo>
                  <a:cubicBezTo>
                    <a:pt x="355450" y="98272"/>
                    <a:pt x="343077" y="95317"/>
                    <a:pt x="323952" y="90812"/>
                  </a:cubicBezTo>
                  <a:lnTo>
                    <a:pt x="307362" y="86872"/>
                  </a:lnTo>
                  <a:cubicBezTo>
                    <a:pt x="304118" y="86175"/>
                    <a:pt x="302568" y="85046"/>
                    <a:pt x="302568" y="82235"/>
                  </a:cubicBezTo>
                  <a:cubicBezTo>
                    <a:pt x="302568" y="80974"/>
                    <a:pt x="303277" y="79700"/>
                    <a:pt x="304972" y="78584"/>
                  </a:cubicBezTo>
                  <a:cubicBezTo>
                    <a:pt x="307783" y="79700"/>
                    <a:pt x="312840" y="80974"/>
                    <a:pt x="320300" y="80974"/>
                  </a:cubicBezTo>
                  <a:cubicBezTo>
                    <a:pt x="341540" y="80974"/>
                    <a:pt x="353611" y="72962"/>
                    <a:pt x="353611" y="55388"/>
                  </a:cubicBezTo>
                  <a:lnTo>
                    <a:pt x="353611" y="54403"/>
                  </a:lnTo>
                  <a:cubicBezTo>
                    <a:pt x="353611" y="49478"/>
                    <a:pt x="352350" y="46378"/>
                    <a:pt x="350104" y="43147"/>
                  </a:cubicBezTo>
                  <a:lnTo>
                    <a:pt x="354741" y="41321"/>
                  </a:lnTo>
                  <a:cubicBezTo>
                    <a:pt x="356435" y="40612"/>
                    <a:pt x="356987" y="40336"/>
                    <a:pt x="356987" y="38235"/>
                  </a:cubicBezTo>
                  <a:moveTo>
                    <a:pt x="267142" y="104879"/>
                  </a:moveTo>
                  <a:lnTo>
                    <a:pt x="267142" y="31352"/>
                  </a:lnTo>
                  <a:cubicBezTo>
                    <a:pt x="267142" y="29802"/>
                    <a:pt x="265881" y="28541"/>
                    <a:pt x="264331" y="28541"/>
                  </a:cubicBezTo>
                  <a:lnTo>
                    <a:pt x="251407" y="28541"/>
                  </a:lnTo>
                  <a:cubicBezTo>
                    <a:pt x="249857" y="28541"/>
                    <a:pt x="248596" y="29802"/>
                    <a:pt x="248596" y="31352"/>
                  </a:cubicBezTo>
                  <a:lnTo>
                    <a:pt x="248596" y="104879"/>
                  </a:lnTo>
                  <a:cubicBezTo>
                    <a:pt x="248596" y="106416"/>
                    <a:pt x="249857" y="107821"/>
                    <a:pt x="251407" y="107821"/>
                  </a:cubicBezTo>
                  <a:lnTo>
                    <a:pt x="264331" y="107821"/>
                  </a:lnTo>
                  <a:cubicBezTo>
                    <a:pt x="265881" y="107821"/>
                    <a:pt x="267142" y="106416"/>
                    <a:pt x="267142" y="104879"/>
                  </a:cubicBezTo>
                  <a:moveTo>
                    <a:pt x="267563" y="15170"/>
                  </a:moveTo>
                  <a:lnTo>
                    <a:pt x="267563" y="2811"/>
                  </a:lnTo>
                  <a:cubicBezTo>
                    <a:pt x="267563" y="1261"/>
                    <a:pt x="266302" y="0"/>
                    <a:pt x="264752" y="0"/>
                  </a:cubicBezTo>
                  <a:lnTo>
                    <a:pt x="251131" y="0"/>
                  </a:lnTo>
                  <a:cubicBezTo>
                    <a:pt x="249581" y="0"/>
                    <a:pt x="248175" y="1261"/>
                    <a:pt x="248175" y="2811"/>
                  </a:cubicBezTo>
                  <a:lnTo>
                    <a:pt x="248175" y="15170"/>
                  </a:lnTo>
                  <a:cubicBezTo>
                    <a:pt x="248175" y="16707"/>
                    <a:pt x="249581" y="17981"/>
                    <a:pt x="251131" y="17981"/>
                  </a:cubicBezTo>
                  <a:lnTo>
                    <a:pt x="264752" y="17981"/>
                  </a:lnTo>
                  <a:cubicBezTo>
                    <a:pt x="266302" y="17981"/>
                    <a:pt x="267563" y="16707"/>
                    <a:pt x="267563" y="15170"/>
                  </a:cubicBezTo>
                  <a:moveTo>
                    <a:pt x="230587" y="87029"/>
                  </a:moveTo>
                  <a:cubicBezTo>
                    <a:pt x="230587" y="79858"/>
                    <a:pt x="228893" y="72818"/>
                    <a:pt x="217098" y="65646"/>
                  </a:cubicBezTo>
                  <a:lnTo>
                    <a:pt x="198669" y="54403"/>
                  </a:lnTo>
                  <a:cubicBezTo>
                    <a:pt x="195149" y="52288"/>
                    <a:pt x="193034" y="50883"/>
                    <a:pt x="193034" y="48637"/>
                  </a:cubicBezTo>
                  <a:cubicBezTo>
                    <a:pt x="193034" y="44276"/>
                    <a:pt x="195989" y="42727"/>
                    <a:pt x="202754" y="42727"/>
                  </a:cubicBezTo>
                  <a:cubicBezTo>
                    <a:pt x="210766" y="42727"/>
                    <a:pt x="222010" y="43843"/>
                    <a:pt x="225951" y="44408"/>
                  </a:cubicBezTo>
                  <a:lnTo>
                    <a:pt x="226502" y="44408"/>
                  </a:lnTo>
                  <a:cubicBezTo>
                    <a:pt x="227908" y="44408"/>
                    <a:pt x="228762" y="43423"/>
                    <a:pt x="228762" y="41741"/>
                  </a:cubicBezTo>
                  <a:lnTo>
                    <a:pt x="228762" y="33598"/>
                  </a:lnTo>
                  <a:cubicBezTo>
                    <a:pt x="228762" y="31904"/>
                    <a:pt x="227908" y="30787"/>
                    <a:pt x="226226" y="30367"/>
                  </a:cubicBezTo>
                  <a:cubicBezTo>
                    <a:pt x="219068" y="28817"/>
                    <a:pt x="212605" y="27556"/>
                    <a:pt x="201204" y="27556"/>
                  </a:cubicBezTo>
                  <a:cubicBezTo>
                    <a:pt x="183340" y="27556"/>
                    <a:pt x="174500" y="34583"/>
                    <a:pt x="174500" y="48637"/>
                  </a:cubicBezTo>
                  <a:cubicBezTo>
                    <a:pt x="174500" y="56794"/>
                    <a:pt x="179413" y="63821"/>
                    <a:pt x="186296" y="68037"/>
                  </a:cubicBezTo>
                  <a:lnTo>
                    <a:pt x="205565" y="79858"/>
                  </a:lnTo>
                  <a:cubicBezTo>
                    <a:pt x="210070" y="82669"/>
                    <a:pt x="211752" y="84363"/>
                    <a:pt x="211752" y="87029"/>
                  </a:cubicBezTo>
                  <a:cubicBezTo>
                    <a:pt x="211752" y="90825"/>
                    <a:pt x="210491" y="93780"/>
                    <a:pt x="201769" y="93780"/>
                  </a:cubicBezTo>
                  <a:cubicBezTo>
                    <a:pt x="197539" y="93780"/>
                    <a:pt x="184890" y="93084"/>
                    <a:pt x="178152" y="92230"/>
                  </a:cubicBezTo>
                  <a:lnTo>
                    <a:pt x="177587" y="92230"/>
                  </a:lnTo>
                  <a:cubicBezTo>
                    <a:pt x="176182" y="92230"/>
                    <a:pt x="175196" y="93360"/>
                    <a:pt x="175196" y="94490"/>
                  </a:cubicBezTo>
                  <a:lnTo>
                    <a:pt x="175196" y="102909"/>
                  </a:lnTo>
                  <a:cubicBezTo>
                    <a:pt x="175196" y="104590"/>
                    <a:pt x="176182" y="105720"/>
                    <a:pt x="177863" y="106140"/>
                  </a:cubicBezTo>
                  <a:cubicBezTo>
                    <a:pt x="185731" y="108241"/>
                    <a:pt x="197539" y="108951"/>
                    <a:pt x="203030" y="108951"/>
                  </a:cubicBezTo>
                  <a:cubicBezTo>
                    <a:pt x="221445" y="108951"/>
                    <a:pt x="230587" y="99257"/>
                    <a:pt x="230587" y="87029"/>
                  </a:cubicBezTo>
                  <a:moveTo>
                    <a:pt x="140612" y="61443"/>
                  </a:moveTo>
                  <a:lnTo>
                    <a:pt x="110782" y="61443"/>
                  </a:lnTo>
                  <a:lnTo>
                    <a:pt x="110782" y="60878"/>
                  </a:lnTo>
                  <a:cubicBezTo>
                    <a:pt x="110782" y="49767"/>
                    <a:pt x="117113" y="43567"/>
                    <a:pt x="125835" y="43567"/>
                  </a:cubicBezTo>
                  <a:cubicBezTo>
                    <a:pt x="134556" y="43567"/>
                    <a:pt x="140612" y="49898"/>
                    <a:pt x="140612" y="60878"/>
                  </a:cubicBezTo>
                  <a:lnTo>
                    <a:pt x="140612" y="61443"/>
                  </a:lnTo>
                  <a:close/>
                  <a:moveTo>
                    <a:pt x="159290" y="71136"/>
                  </a:moveTo>
                  <a:lnTo>
                    <a:pt x="159290" y="63269"/>
                  </a:lnTo>
                  <a:cubicBezTo>
                    <a:pt x="159290" y="42306"/>
                    <a:pt x="147494" y="27556"/>
                    <a:pt x="125835" y="27556"/>
                  </a:cubicBezTo>
                  <a:cubicBezTo>
                    <a:pt x="104319" y="27556"/>
                    <a:pt x="92090" y="41321"/>
                    <a:pt x="92090" y="63269"/>
                  </a:cubicBezTo>
                  <a:lnTo>
                    <a:pt x="92090" y="73658"/>
                  </a:lnTo>
                  <a:cubicBezTo>
                    <a:pt x="92090" y="101359"/>
                    <a:pt x="112043" y="108951"/>
                    <a:pt x="126110" y="108951"/>
                  </a:cubicBezTo>
                  <a:cubicBezTo>
                    <a:pt x="138773" y="108951"/>
                    <a:pt x="144263" y="108241"/>
                    <a:pt x="153392" y="106560"/>
                  </a:cubicBezTo>
                  <a:cubicBezTo>
                    <a:pt x="155914" y="106140"/>
                    <a:pt x="156348" y="105155"/>
                    <a:pt x="156348" y="102909"/>
                  </a:cubicBezTo>
                  <a:lnTo>
                    <a:pt x="156348" y="93636"/>
                  </a:lnTo>
                  <a:cubicBezTo>
                    <a:pt x="156348" y="92230"/>
                    <a:pt x="155218" y="91534"/>
                    <a:pt x="153812" y="91534"/>
                  </a:cubicBezTo>
                  <a:lnTo>
                    <a:pt x="153392" y="91534"/>
                  </a:lnTo>
                  <a:cubicBezTo>
                    <a:pt x="147494" y="92099"/>
                    <a:pt x="137801" y="92940"/>
                    <a:pt x="127529" y="92940"/>
                  </a:cubicBezTo>
                  <a:cubicBezTo>
                    <a:pt x="114013" y="92940"/>
                    <a:pt x="110637" y="83233"/>
                    <a:pt x="110637" y="75064"/>
                  </a:cubicBezTo>
                  <a:lnTo>
                    <a:pt x="110637" y="74643"/>
                  </a:lnTo>
                  <a:lnTo>
                    <a:pt x="156479" y="74643"/>
                  </a:lnTo>
                  <a:cubicBezTo>
                    <a:pt x="158449" y="74643"/>
                    <a:pt x="159290" y="73382"/>
                    <a:pt x="159290" y="71136"/>
                  </a:cubicBezTo>
                  <a:moveTo>
                    <a:pt x="56100" y="65935"/>
                  </a:moveTo>
                  <a:cubicBezTo>
                    <a:pt x="56100" y="87029"/>
                    <a:pt x="45408" y="92519"/>
                    <a:pt x="31340" y="92519"/>
                  </a:cubicBezTo>
                  <a:cubicBezTo>
                    <a:pt x="26139" y="92519"/>
                    <a:pt x="22474" y="92230"/>
                    <a:pt x="19519" y="92099"/>
                  </a:cubicBezTo>
                  <a:lnTo>
                    <a:pt x="19519" y="19098"/>
                  </a:lnTo>
                  <a:cubicBezTo>
                    <a:pt x="22474" y="18966"/>
                    <a:pt x="26139" y="18677"/>
                    <a:pt x="31340" y="18677"/>
                  </a:cubicBezTo>
                  <a:cubicBezTo>
                    <a:pt x="45408" y="18677"/>
                    <a:pt x="56100" y="24167"/>
                    <a:pt x="56100" y="45261"/>
                  </a:cubicBezTo>
                  <a:lnTo>
                    <a:pt x="56100" y="65935"/>
                  </a:lnTo>
                  <a:close/>
                  <a:moveTo>
                    <a:pt x="75488" y="65935"/>
                  </a:moveTo>
                  <a:lnTo>
                    <a:pt x="75488" y="45261"/>
                  </a:lnTo>
                  <a:cubicBezTo>
                    <a:pt x="75488" y="17416"/>
                    <a:pt x="59476" y="2246"/>
                    <a:pt x="31340" y="2246"/>
                  </a:cubicBezTo>
                  <a:cubicBezTo>
                    <a:pt x="21358" y="2246"/>
                    <a:pt x="7868" y="3231"/>
                    <a:pt x="3652" y="3927"/>
                  </a:cubicBezTo>
                  <a:cubicBezTo>
                    <a:pt x="1261" y="4348"/>
                    <a:pt x="0" y="5477"/>
                    <a:pt x="0" y="8288"/>
                  </a:cubicBezTo>
                  <a:lnTo>
                    <a:pt x="0" y="102909"/>
                  </a:lnTo>
                  <a:cubicBezTo>
                    <a:pt x="0" y="105720"/>
                    <a:pt x="1261" y="106849"/>
                    <a:pt x="3652" y="107269"/>
                  </a:cubicBezTo>
                  <a:cubicBezTo>
                    <a:pt x="7868" y="107966"/>
                    <a:pt x="21358" y="108951"/>
                    <a:pt x="31340" y="108951"/>
                  </a:cubicBezTo>
                  <a:cubicBezTo>
                    <a:pt x="59476" y="108951"/>
                    <a:pt x="75488" y="93780"/>
                    <a:pt x="75488" y="65935"/>
                  </a:cubicBezTo>
                </a:path>
              </a:pathLst>
            </a:custGeom>
            <a:solidFill>
              <a:schemeClr val="bg1"/>
            </a:solidFill>
            <a:ln w="13129" cap="flat">
              <a:noFill/>
              <a:prstDash val="solid"/>
              <a:miter/>
            </a:ln>
          </p:spPr>
          <p:txBody>
            <a:bodyPr rtlCol="0" anchor="ctr"/>
            <a:lstStyle/>
            <a:p>
              <a:endParaRPr lang="de-DE"/>
            </a:p>
          </p:txBody>
        </p:sp>
        <p:sp>
          <p:nvSpPr>
            <p:cNvPr id="19" name="Freihandform: Form 18">
              <a:extLst>
                <a:ext uri="{FF2B5EF4-FFF2-40B4-BE49-F238E27FC236}">
                  <a16:creationId xmlns:a16="http://schemas.microsoft.com/office/drawing/2014/main" id="{E725B77F-EA85-9855-AE76-F27EB744B99E}"/>
                </a:ext>
              </a:extLst>
            </p:cNvPr>
            <p:cNvSpPr/>
            <p:nvPr/>
          </p:nvSpPr>
          <p:spPr>
            <a:xfrm>
              <a:off x="2358270" y="6648637"/>
              <a:ext cx="18126" cy="21356"/>
            </a:xfrm>
            <a:custGeom>
              <a:avLst/>
              <a:gdLst>
                <a:gd name="connsiteX0" fmla="*/ 18127 w 18126"/>
                <a:gd name="connsiteY0" fmla="*/ 18546 h 21356"/>
                <a:gd name="connsiteX1" fmla="*/ 18127 w 18126"/>
                <a:gd name="connsiteY1" fmla="*/ 2666 h 21356"/>
                <a:gd name="connsiteX2" fmla="*/ 15316 w 18126"/>
                <a:gd name="connsiteY2" fmla="*/ 0 h 21356"/>
                <a:gd name="connsiteX3" fmla="*/ 2811 w 18126"/>
                <a:gd name="connsiteY3" fmla="*/ 0 h 21356"/>
                <a:gd name="connsiteX4" fmla="*/ 0 w 18126"/>
                <a:gd name="connsiteY4" fmla="*/ 2666 h 21356"/>
                <a:gd name="connsiteX5" fmla="*/ 0 w 18126"/>
                <a:gd name="connsiteY5" fmla="*/ 18546 h 21356"/>
                <a:gd name="connsiteX6" fmla="*/ 2811 w 18126"/>
                <a:gd name="connsiteY6" fmla="*/ 21357 h 21356"/>
                <a:gd name="connsiteX7" fmla="*/ 15316 w 18126"/>
                <a:gd name="connsiteY7" fmla="*/ 21357 h 21356"/>
                <a:gd name="connsiteX8" fmla="*/ 18127 w 18126"/>
                <a:gd name="connsiteY8" fmla="*/ 18546 h 21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126" h="21356">
                  <a:moveTo>
                    <a:pt x="18127" y="18546"/>
                  </a:moveTo>
                  <a:lnTo>
                    <a:pt x="18127" y="2666"/>
                  </a:lnTo>
                  <a:cubicBezTo>
                    <a:pt x="18127" y="1130"/>
                    <a:pt x="16865" y="0"/>
                    <a:pt x="15316" y="0"/>
                  </a:cubicBezTo>
                  <a:lnTo>
                    <a:pt x="2811" y="0"/>
                  </a:lnTo>
                  <a:cubicBezTo>
                    <a:pt x="1274" y="0"/>
                    <a:pt x="0" y="1130"/>
                    <a:pt x="0" y="2666"/>
                  </a:cubicBezTo>
                  <a:lnTo>
                    <a:pt x="0" y="18546"/>
                  </a:lnTo>
                  <a:cubicBezTo>
                    <a:pt x="0" y="20096"/>
                    <a:pt x="1274" y="21357"/>
                    <a:pt x="2811" y="21357"/>
                  </a:cubicBezTo>
                  <a:lnTo>
                    <a:pt x="15316" y="21357"/>
                  </a:lnTo>
                  <a:cubicBezTo>
                    <a:pt x="16865" y="21357"/>
                    <a:pt x="18127" y="20096"/>
                    <a:pt x="18127" y="18546"/>
                  </a:cubicBezTo>
                </a:path>
              </a:pathLst>
            </a:custGeom>
            <a:solidFill>
              <a:schemeClr val="bg1"/>
            </a:solidFill>
            <a:ln w="13129" cap="flat">
              <a:noFill/>
              <a:prstDash val="solid"/>
              <a:miter/>
            </a:ln>
          </p:spPr>
          <p:txBody>
            <a:bodyPr rtlCol="0" anchor="ctr"/>
            <a:lstStyle/>
            <a:p>
              <a:endParaRPr lang="de-DE"/>
            </a:p>
          </p:txBody>
        </p:sp>
      </p:grpSp>
      <p:sp>
        <p:nvSpPr>
          <p:cNvPr id="28" name="Bildplatzhalter 27">
            <a:extLst>
              <a:ext uri="{FF2B5EF4-FFF2-40B4-BE49-F238E27FC236}">
                <a16:creationId xmlns:a16="http://schemas.microsoft.com/office/drawing/2014/main" id="{40FDB06E-D09B-8CB4-C738-B15CD6C9C2BC}"/>
              </a:ext>
            </a:extLst>
          </p:cNvPr>
          <p:cNvSpPr>
            <a:spLocks noGrp="1" noRot="1" noMove="1" noResize="1" noEditPoints="1" noAdjustHandles="1" noChangeArrowheads="1" noChangeShapeType="1"/>
          </p:cNvSpPr>
          <p:nvPr>
            <p:ph type="pic" sz="quarter" idx="15" hasCustomPrompt="1"/>
          </p:nvPr>
        </p:nvSpPr>
        <p:spPr>
          <a:xfrm>
            <a:off x="5976938" y="-1"/>
            <a:ext cx="6215062" cy="6858001"/>
          </a:xfrm>
          <a:custGeom>
            <a:avLst/>
            <a:gdLst>
              <a:gd name="connsiteX0" fmla="*/ 0 w 6215062"/>
              <a:gd name="connsiteY0" fmla="*/ 267185 h 6858001"/>
              <a:gd name="connsiteX1" fmla="*/ 5930822 w 6215062"/>
              <a:gd name="connsiteY1" fmla="*/ 267185 h 6858001"/>
              <a:gd name="connsiteX2" fmla="*/ 5930822 w 6215062"/>
              <a:gd name="connsiteY2" fmla="*/ 6579717 h 6858001"/>
              <a:gd name="connsiteX3" fmla="*/ 0 w 6215062"/>
              <a:gd name="connsiteY3" fmla="*/ 6579717 h 6858001"/>
              <a:gd name="connsiteX4" fmla="*/ 0 w 6215062"/>
              <a:gd name="connsiteY4" fmla="*/ 0 h 6858001"/>
              <a:gd name="connsiteX5" fmla="*/ 6215062 w 6215062"/>
              <a:gd name="connsiteY5" fmla="*/ 0 h 6858001"/>
              <a:gd name="connsiteX6" fmla="*/ 6215062 w 6215062"/>
              <a:gd name="connsiteY6" fmla="*/ 6858001 h 6858001"/>
              <a:gd name="connsiteX7" fmla="*/ 0 w 6215062"/>
              <a:gd name="connsiteY7" fmla="*/ 6858001 h 6858001"/>
              <a:gd name="connsiteX8" fmla="*/ 0 w 6215062"/>
              <a:gd name="connsiteY8" fmla="*/ 6589221 h 6858001"/>
              <a:gd name="connsiteX9" fmla="*/ 5940326 w 6215062"/>
              <a:gd name="connsiteY9" fmla="*/ 6589221 h 6858001"/>
              <a:gd name="connsiteX10" fmla="*/ 5940326 w 6215062"/>
              <a:gd name="connsiteY10" fmla="*/ 257681 h 6858001"/>
              <a:gd name="connsiteX11" fmla="*/ 0 w 6215062"/>
              <a:gd name="connsiteY11" fmla="*/ 257681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15062" h="6858001">
                <a:moveTo>
                  <a:pt x="0" y="267185"/>
                </a:moveTo>
                <a:lnTo>
                  <a:pt x="5930822" y="267185"/>
                </a:lnTo>
                <a:lnTo>
                  <a:pt x="5930822" y="6579717"/>
                </a:lnTo>
                <a:lnTo>
                  <a:pt x="0" y="6579717"/>
                </a:lnTo>
                <a:close/>
                <a:moveTo>
                  <a:pt x="0" y="0"/>
                </a:moveTo>
                <a:lnTo>
                  <a:pt x="6215062" y="0"/>
                </a:lnTo>
                <a:lnTo>
                  <a:pt x="6215062" y="6858001"/>
                </a:lnTo>
                <a:lnTo>
                  <a:pt x="0" y="6858001"/>
                </a:lnTo>
                <a:lnTo>
                  <a:pt x="0" y="6589221"/>
                </a:lnTo>
                <a:lnTo>
                  <a:pt x="5940326" y="6589221"/>
                </a:lnTo>
                <a:lnTo>
                  <a:pt x="5940326" y="257681"/>
                </a:lnTo>
                <a:lnTo>
                  <a:pt x="0" y="257681"/>
                </a:lnTo>
                <a:close/>
              </a:path>
            </a:pathLst>
          </a:custGeom>
          <a:solidFill>
            <a:schemeClr val="accent4"/>
          </a:solidFill>
        </p:spPr>
        <p:txBody>
          <a:bodyPr wrap="square" anchor="ctr">
            <a:noAutofit/>
          </a:bodyPr>
          <a:lstStyle>
            <a:lvl1pPr algn="ctr">
              <a:defRPr b="1">
                <a:solidFill>
                  <a:schemeClr val="bg1"/>
                </a:solidFill>
              </a:defRPr>
            </a:lvl1pPr>
          </a:lstStyle>
          <a:p>
            <a:r>
              <a:rPr lang="de-DE" dirty="0"/>
              <a:t>Bild einfügen</a:t>
            </a:r>
          </a:p>
        </p:txBody>
      </p:sp>
      <p:sp>
        <p:nvSpPr>
          <p:cNvPr id="20" name="Grafik 13">
            <a:extLst>
              <a:ext uri="{FF2B5EF4-FFF2-40B4-BE49-F238E27FC236}">
                <a16:creationId xmlns:a16="http://schemas.microsoft.com/office/drawing/2014/main" id="{3506F1ED-9A52-4F86-DF90-1D7EA6451818}"/>
              </a:ext>
            </a:extLst>
          </p:cNvPr>
          <p:cNvSpPr>
            <a:spLocks noGrp="1" noRot="1" noMove="1" noResize="1" noEditPoints="1" noAdjustHandles="1" noChangeArrowheads="1" noChangeShapeType="1"/>
          </p:cNvSpPr>
          <p:nvPr/>
        </p:nvSpPr>
        <p:spPr>
          <a:xfrm>
            <a:off x="269479" y="257680"/>
            <a:ext cx="11647785" cy="6331539"/>
          </a:xfrm>
          <a:custGeom>
            <a:avLst/>
            <a:gdLst>
              <a:gd name="connsiteX0" fmla="*/ 11647785 w 11647785"/>
              <a:gd name="connsiteY0" fmla="*/ 6331540 h 6331539"/>
              <a:gd name="connsiteX1" fmla="*/ 2701721 w 11647785"/>
              <a:gd name="connsiteY1" fmla="*/ 6331540 h 6331539"/>
              <a:gd name="connsiteX2" fmla="*/ 2696969 w 11647785"/>
              <a:gd name="connsiteY2" fmla="*/ 6326788 h 6331539"/>
              <a:gd name="connsiteX3" fmla="*/ 2701721 w 11647785"/>
              <a:gd name="connsiteY3" fmla="*/ 6322036 h 6331539"/>
              <a:gd name="connsiteX4" fmla="*/ 11638281 w 11647785"/>
              <a:gd name="connsiteY4" fmla="*/ 6322036 h 6331539"/>
              <a:gd name="connsiteX5" fmla="*/ 11638281 w 11647785"/>
              <a:gd name="connsiteY5" fmla="*/ 9504 h 6331539"/>
              <a:gd name="connsiteX6" fmla="*/ 9504 w 11647785"/>
              <a:gd name="connsiteY6" fmla="*/ 9504 h 6331539"/>
              <a:gd name="connsiteX7" fmla="*/ 9504 w 11647785"/>
              <a:gd name="connsiteY7" fmla="*/ 6322036 h 6331539"/>
              <a:gd name="connsiteX8" fmla="*/ 616696 w 11647785"/>
              <a:gd name="connsiteY8" fmla="*/ 6322036 h 6331539"/>
              <a:gd name="connsiteX9" fmla="*/ 621448 w 11647785"/>
              <a:gd name="connsiteY9" fmla="*/ 6326788 h 6331539"/>
              <a:gd name="connsiteX10" fmla="*/ 616696 w 11647785"/>
              <a:gd name="connsiteY10" fmla="*/ 6331540 h 6331539"/>
              <a:gd name="connsiteX11" fmla="*/ 0 w 11647785"/>
              <a:gd name="connsiteY11" fmla="*/ 6331540 h 6331539"/>
              <a:gd name="connsiteX12" fmla="*/ 0 w 11647785"/>
              <a:gd name="connsiteY12" fmla="*/ 0 h 6331539"/>
              <a:gd name="connsiteX13" fmla="*/ 11647785 w 11647785"/>
              <a:gd name="connsiteY13" fmla="*/ 0 h 6331539"/>
              <a:gd name="connsiteX14" fmla="*/ 11647785 w 11647785"/>
              <a:gd name="connsiteY14" fmla="*/ 6331540 h 6331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1647785" h="6331539">
                <a:moveTo>
                  <a:pt x="11647785" y="6331540"/>
                </a:moveTo>
                <a:lnTo>
                  <a:pt x="2701721" y="6331540"/>
                </a:lnTo>
                <a:cubicBezTo>
                  <a:pt x="2699098" y="6331540"/>
                  <a:pt x="2696969" y="6329411"/>
                  <a:pt x="2696969" y="6326788"/>
                </a:cubicBezTo>
                <a:cubicBezTo>
                  <a:pt x="2696969" y="6324165"/>
                  <a:pt x="2699098" y="6322036"/>
                  <a:pt x="2701721" y="6322036"/>
                </a:cubicBezTo>
                <a:lnTo>
                  <a:pt x="11638281" y="6322036"/>
                </a:lnTo>
                <a:lnTo>
                  <a:pt x="11638281" y="9504"/>
                </a:lnTo>
                <a:lnTo>
                  <a:pt x="9504" y="9504"/>
                </a:lnTo>
                <a:lnTo>
                  <a:pt x="9504" y="6322036"/>
                </a:lnTo>
                <a:lnTo>
                  <a:pt x="616696" y="6322036"/>
                </a:lnTo>
                <a:cubicBezTo>
                  <a:pt x="619319" y="6322036"/>
                  <a:pt x="621448" y="6324165"/>
                  <a:pt x="621448" y="6326788"/>
                </a:cubicBezTo>
                <a:cubicBezTo>
                  <a:pt x="621448" y="6329411"/>
                  <a:pt x="619319" y="6331540"/>
                  <a:pt x="616696" y="6331540"/>
                </a:cubicBezTo>
                <a:lnTo>
                  <a:pt x="0" y="6331540"/>
                </a:lnTo>
                <a:lnTo>
                  <a:pt x="0" y="0"/>
                </a:lnTo>
                <a:lnTo>
                  <a:pt x="11647785" y="0"/>
                </a:lnTo>
                <a:lnTo>
                  <a:pt x="11647785" y="6331540"/>
                </a:lnTo>
                <a:close/>
              </a:path>
            </a:pathLst>
          </a:custGeom>
          <a:solidFill>
            <a:srgbClr val="FFFFFF"/>
          </a:solidFill>
          <a:ln w="12665" cap="flat">
            <a:noFill/>
            <a:prstDash val="solid"/>
            <a:miter/>
          </a:ln>
        </p:spPr>
        <p:txBody>
          <a:bodyPr rtlCol="0" anchor="ctr"/>
          <a:lstStyle/>
          <a:p>
            <a:endParaRPr lang="de-DE"/>
          </a:p>
        </p:txBody>
      </p:sp>
      <p:sp>
        <p:nvSpPr>
          <p:cNvPr id="3" name="Datumsplatzhalter 2">
            <a:extLst>
              <a:ext uri="{FF2B5EF4-FFF2-40B4-BE49-F238E27FC236}">
                <a16:creationId xmlns:a16="http://schemas.microsoft.com/office/drawing/2014/main" id="{861F7158-3126-8D67-81AD-FBBB1D0C2905}"/>
              </a:ext>
            </a:extLst>
          </p:cNvPr>
          <p:cNvSpPr>
            <a:spLocks noGrp="1"/>
          </p:cNvSpPr>
          <p:nvPr>
            <p:ph type="dt" sz="half" idx="17"/>
          </p:nvPr>
        </p:nvSpPr>
        <p:spPr>
          <a:xfrm>
            <a:off x="40516" y="7113140"/>
            <a:ext cx="981075" cy="365125"/>
          </a:xfrm>
        </p:spPr>
        <p:txBody>
          <a:bodyPr/>
          <a:lstStyle/>
          <a:p>
            <a:fld id="{4DDB5538-DA78-4C2C-BF6B-9485BBAF1D80}" type="datetimeFigureOut">
              <a:rPr lang="en-US" smtClean="0"/>
              <a:t>10/14/2025</a:t>
            </a:fld>
            <a:endParaRPr lang="en-US"/>
          </a:p>
        </p:txBody>
      </p:sp>
      <p:sp>
        <p:nvSpPr>
          <p:cNvPr id="5" name="Fußzeilenplatzhalter 4">
            <a:extLst>
              <a:ext uri="{FF2B5EF4-FFF2-40B4-BE49-F238E27FC236}">
                <a16:creationId xmlns:a16="http://schemas.microsoft.com/office/drawing/2014/main" id="{CB6C160E-E09E-00BD-CFEF-9CFBEA4041C5}"/>
              </a:ext>
            </a:extLst>
          </p:cNvPr>
          <p:cNvSpPr>
            <a:spLocks noGrp="1"/>
          </p:cNvSpPr>
          <p:nvPr>
            <p:ph type="ftr" sz="quarter" idx="18"/>
          </p:nvPr>
        </p:nvSpPr>
        <p:spPr>
          <a:xfrm>
            <a:off x="3446025" y="7020170"/>
            <a:ext cx="5924158" cy="365125"/>
          </a:xfrm>
        </p:spPr>
        <p:txBody>
          <a:bodyPr/>
          <a:lstStyle/>
          <a:p>
            <a:endParaRPr lang="en-US"/>
          </a:p>
        </p:txBody>
      </p:sp>
      <p:sp>
        <p:nvSpPr>
          <p:cNvPr id="6" name="Foliennummernplatzhalter 5">
            <a:extLst>
              <a:ext uri="{FF2B5EF4-FFF2-40B4-BE49-F238E27FC236}">
                <a16:creationId xmlns:a16="http://schemas.microsoft.com/office/drawing/2014/main" id="{56556B42-1405-D475-BE5B-07F1A748CB44}"/>
              </a:ext>
            </a:extLst>
          </p:cNvPr>
          <p:cNvSpPr>
            <a:spLocks noGrp="1"/>
          </p:cNvSpPr>
          <p:nvPr>
            <p:ph type="sldNum" sz="quarter" idx="19"/>
          </p:nvPr>
        </p:nvSpPr>
        <p:spPr>
          <a:xfrm>
            <a:off x="11533188" y="6874101"/>
            <a:ext cx="487680" cy="398749"/>
          </a:xfrm>
        </p:spPr>
        <p:txBody>
          <a:bodyPr/>
          <a:lstStyle/>
          <a:p>
            <a:fld id="{81561042-0DC2-4A04-AA50-F6D44EB20EBA}" type="slidenum">
              <a:rPr lang="en-US" smtClean="0"/>
              <a:t>‹#›</a:t>
            </a:fld>
            <a:endParaRPr lang="en-US"/>
          </a:p>
        </p:txBody>
      </p:sp>
    </p:spTree>
    <p:extLst>
      <p:ext uri="{BB962C8B-B14F-4D97-AF65-F5344CB8AC3E}">
        <p14:creationId xmlns:p14="http://schemas.microsoft.com/office/powerpoint/2010/main" val="12951821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Text links, 3 Fotos rechts">
    <p:spTree>
      <p:nvGrpSpPr>
        <p:cNvPr id="1" name=""/>
        <p:cNvGrpSpPr/>
        <p:nvPr/>
      </p:nvGrpSpPr>
      <p:grpSpPr>
        <a:xfrm>
          <a:off x="0" y="0"/>
          <a:ext cx="0" cy="0"/>
          <a:chOff x="0" y="0"/>
          <a:chExt cx="0" cy="0"/>
        </a:xfrm>
      </p:grpSpPr>
      <p:pic>
        <p:nvPicPr>
          <p:cNvPr id="8" name="Grafik 7">
            <a:extLst>
              <a:ext uri="{FF2B5EF4-FFF2-40B4-BE49-F238E27FC236}">
                <a16:creationId xmlns:a16="http://schemas.microsoft.com/office/drawing/2014/main" id="{89214D28-47CE-703F-EF5E-4729F6107CC9}"/>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211784" y="260100"/>
            <a:ext cx="720000" cy="720000"/>
          </a:xfrm>
          <a:prstGeom prst="rect">
            <a:avLst/>
          </a:prstGeom>
        </p:spPr>
      </p:pic>
      <p:sp>
        <p:nvSpPr>
          <p:cNvPr id="16" name="Bildplatzhalter 15">
            <a:extLst>
              <a:ext uri="{FF2B5EF4-FFF2-40B4-BE49-F238E27FC236}">
                <a16:creationId xmlns:a16="http://schemas.microsoft.com/office/drawing/2014/main" id="{FE0C809C-BC8A-54E7-5DF8-E7F1D5083D0C}"/>
              </a:ext>
            </a:extLst>
          </p:cNvPr>
          <p:cNvSpPr>
            <a:spLocks noGrp="1"/>
          </p:cNvSpPr>
          <p:nvPr>
            <p:ph type="pic" sz="quarter" idx="14" hasCustomPrompt="1"/>
          </p:nvPr>
        </p:nvSpPr>
        <p:spPr>
          <a:xfrm>
            <a:off x="6094800" y="1132645"/>
            <a:ext cx="5616575" cy="5012562"/>
          </a:xfrm>
          <a:solidFill>
            <a:schemeClr val="accent4"/>
          </a:solidFill>
        </p:spPr>
        <p:txBody>
          <a:bodyPr anchor="ctr">
            <a:normAutofit/>
          </a:bodyPr>
          <a:lstStyle>
            <a:lvl1pPr algn="ctr">
              <a:defRPr sz="1400" b="1"/>
            </a:lvl1pPr>
          </a:lstStyle>
          <a:p>
            <a:r>
              <a:rPr lang="de-DE" dirty="0"/>
              <a:t>Bild einfügen</a:t>
            </a:r>
          </a:p>
        </p:txBody>
      </p:sp>
      <p:pic>
        <p:nvPicPr>
          <p:cNvPr id="2" name="Grafik 1">
            <a:extLst>
              <a:ext uri="{FF2B5EF4-FFF2-40B4-BE49-F238E27FC236}">
                <a16:creationId xmlns:a16="http://schemas.microsoft.com/office/drawing/2014/main" id="{939ACF4B-FCBA-CA3B-1304-770EA840275B}"/>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211784" y="260100"/>
            <a:ext cx="720000" cy="720000"/>
          </a:xfrm>
          <a:prstGeom prst="rect">
            <a:avLst/>
          </a:prstGeom>
        </p:spPr>
      </p:pic>
      <p:sp>
        <p:nvSpPr>
          <p:cNvPr id="12" name="Datumsplatzhalter 11">
            <a:extLst>
              <a:ext uri="{FF2B5EF4-FFF2-40B4-BE49-F238E27FC236}">
                <a16:creationId xmlns:a16="http://schemas.microsoft.com/office/drawing/2014/main" id="{B90FF8F0-3315-AA4E-A843-4420800943F5}"/>
              </a:ext>
            </a:extLst>
          </p:cNvPr>
          <p:cNvSpPr>
            <a:spLocks noGrp="1"/>
          </p:cNvSpPr>
          <p:nvPr>
            <p:ph type="dt" sz="half" idx="15"/>
          </p:nvPr>
        </p:nvSpPr>
        <p:spPr>
          <a:xfrm>
            <a:off x="818403" y="6434257"/>
            <a:ext cx="981075" cy="365125"/>
          </a:xfrm>
        </p:spPr>
        <p:txBody>
          <a:bodyPr/>
          <a:lstStyle/>
          <a:p>
            <a:fld id="{4DDB5538-DA78-4C2C-BF6B-9485BBAF1D80}" type="datetimeFigureOut">
              <a:rPr lang="en-US" smtClean="0"/>
              <a:t>10/14/2025</a:t>
            </a:fld>
            <a:endParaRPr lang="en-US"/>
          </a:p>
        </p:txBody>
      </p:sp>
      <p:sp>
        <p:nvSpPr>
          <p:cNvPr id="13" name="Fußzeilenplatzhalter 16">
            <a:extLst>
              <a:ext uri="{FF2B5EF4-FFF2-40B4-BE49-F238E27FC236}">
                <a16:creationId xmlns:a16="http://schemas.microsoft.com/office/drawing/2014/main" id="{23DB91FC-959F-1443-BEAD-D5D06EF8E170}"/>
              </a:ext>
            </a:extLst>
          </p:cNvPr>
          <p:cNvSpPr>
            <a:spLocks noGrp="1"/>
          </p:cNvSpPr>
          <p:nvPr>
            <p:ph type="ftr" sz="quarter" idx="16"/>
          </p:nvPr>
        </p:nvSpPr>
        <p:spPr>
          <a:xfrm>
            <a:off x="1972067" y="6434257"/>
            <a:ext cx="5924158" cy="365125"/>
          </a:xfrm>
        </p:spPr>
        <p:txBody>
          <a:bodyPr/>
          <a:lstStyle/>
          <a:p>
            <a:endParaRPr lang="en-US"/>
          </a:p>
        </p:txBody>
      </p:sp>
      <p:sp>
        <p:nvSpPr>
          <p:cNvPr id="15" name="Foliennummernplatzhalter 18">
            <a:extLst>
              <a:ext uri="{FF2B5EF4-FFF2-40B4-BE49-F238E27FC236}">
                <a16:creationId xmlns:a16="http://schemas.microsoft.com/office/drawing/2014/main" id="{D31CDCAE-E5E0-0A47-B6DD-1330A450C78C}"/>
              </a:ext>
            </a:extLst>
          </p:cNvPr>
          <p:cNvSpPr>
            <a:spLocks noGrp="1"/>
          </p:cNvSpPr>
          <p:nvPr>
            <p:ph type="sldNum" sz="quarter" idx="17"/>
          </p:nvPr>
        </p:nvSpPr>
        <p:spPr>
          <a:xfrm>
            <a:off x="11531078" y="6417445"/>
            <a:ext cx="487680" cy="398749"/>
          </a:xfrm>
        </p:spPr>
        <p:txBody>
          <a:bodyPr/>
          <a:lstStyle/>
          <a:p>
            <a:fld id="{81561042-0DC2-4A04-AA50-F6D44EB20EBA}" type="slidenum">
              <a:rPr lang="en-US" smtClean="0"/>
              <a:t>‹#›</a:t>
            </a:fld>
            <a:endParaRPr lang="en-US"/>
          </a:p>
        </p:txBody>
      </p:sp>
      <p:sp>
        <p:nvSpPr>
          <p:cNvPr id="4" name="Titel 3">
            <a:extLst>
              <a:ext uri="{FF2B5EF4-FFF2-40B4-BE49-F238E27FC236}">
                <a16:creationId xmlns:a16="http://schemas.microsoft.com/office/drawing/2014/main" id="{F133F815-F872-416E-10CE-43D228A6EE24}"/>
              </a:ext>
            </a:extLst>
          </p:cNvPr>
          <p:cNvSpPr>
            <a:spLocks noGrp="1"/>
          </p:cNvSpPr>
          <p:nvPr>
            <p:ph type="title"/>
          </p:nvPr>
        </p:nvSpPr>
        <p:spPr>
          <a:xfrm>
            <a:off x="1019174" y="595102"/>
            <a:ext cx="4796955" cy="779263"/>
          </a:xfrm>
        </p:spPr>
        <p:txBody>
          <a:bodyPr>
            <a:normAutofit/>
          </a:bodyPr>
          <a:lstStyle>
            <a:lvl1pPr>
              <a:defRPr sz="2200"/>
            </a:lvl1pPr>
          </a:lstStyle>
          <a:p>
            <a:r>
              <a:rPr lang="en-US"/>
              <a:t>Click to edit Master title style</a:t>
            </a:r>
            <a:endParaRPr lang="de-DE" dirty="0"/>
          </a:p>
        </p:txBody>
      </p:sp>
      <p:sp>
        <p:nvSpPr>
          <p:cNvPr id="5" name="Textplatzhalter 4">
            <a:extLst>
              <a:ext uri="{FF2B5EF4-FFF2-40B4-BE49-F238E27FC236}">
                <a16:creationId xmlns:a16="http://schemas.microsoft.com/office/drawing/2014/main" id="{74E11B9A-4F7D-916D-3C7B-976A342BBD57}"/>
              </a:ext>
            </a:extLst>
          </p:cNvPr>
          <p:cNvSpPr>
            <a:spLocks noGrp="1"/>
          </p:cNvSpPr>
          <p:nvPr>
            <p:ph type="body" sz="quarter" idx="18"/>
          </p:nvPr>
        </p:nvSpPr>
        <p:spPr>
          <a:xfrm>
            <a:off x="1022350" y="1602999"/>
            <a:ext cx="4793779" cy="454220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Tree>
    <p:extLst>
      <p:ext uri="{BB962C8B-B14F-4D97-AF65-F5344CB8AC3E}">
        <p14:creationId xmlns:p14="http://schemas.microsoft.com/office/powerpoint/2010/main" val="40170848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1_Text links, 3 Fotos rechts">
    <p:spTree>
      <p:nvGrpSpPr>
        <p:cNvPr id="1" name=""/>
        <p:cNvGrpSpPr/>
        <p:nvPr/>
      </p:nvGrpSpPr>
      <p:grpSpPr>
        <a:xfrm>
          <a:off x="0" y="0"/>
          <a:ext cx="0" cy="0"/>
          <a:chOff x="0" y="0"/>
          <a:chExt cx="0" cy="0"/>
        </a:xfrm>
      </p:grpSpPr>
      <p:pic>
        <p:nvPicPr>
          <p:cNvPr id="8" name="Grafik 7">
            <a:extLst>
              <a:ext uri="{FF2B5EF4-FFF2-40B4-BE49-F238E27FC236}">
                <a16:creationId xmlns:a16="http://schemas.microsoft.com/office/drawing/2014/main" id="{89214D28-47CE-703F-EF5E-4729F6107CC9}"/>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211784" y="260100"/>
            <a:ext cx="720000" cy="720000"/>
          </a:xfrm>
          <a:prstGeom prst="rect">
            <a:avLst/>
          </a:prstGeom>
        </p:spPr>
      </p:pic>
      <p:sp>
        <p:nvSpPr>
          <p:cNvPr id="16" name="Bildplatzhalter 15">
            <a:extLst>
              <a:ext uri="{FF2B5EF4-FFF2-40B4-BE49-F238E27FC236}">
                <a16:creationId xmlns:a16="http://schemas.microsoft.com/office/drawing/2014/main" id="{FE0C809C-BC8A-54E7-5DF8-E7F1D5083D0C}"/>
              </a:ext>
            </a:extLst>
          </p:cNvPr>
          <p:cNvSpPr>
            <a:spLocks noGrp="1"/>
          </p:cNvSpPr>
          <p:nvPr>
            <p:ph type="pic" sz="quarter" idx="14" hasCustomPrompt="1"/>
          </p:nvPr>
        </p:nvSpPr>
        <p:spPr>
          <a:xfrm>
            <a:off x="6094800" y="1132645"/>
            <a:ext cx="5616575" cy="2340000"/>
          </a:xfrm>
          <a:solidFill>
            <a:schemeClr val="accent4"/>
          </a:solidFill>
        </p:spPr>
        <p:txBody>
          <a:bodyPr anchor="ctr">
            <a:normAutofit/>
          </a:bodyPr>
          <a:lstStyle>
            <a:lvl1pPr algn="ctr">
              <a:defRPr sz="1400" b="1"/>
            </a:lvl1pPr>
          </a:lstStyle>
          <a:p>
            <a:r>
              <a:rPr lang="de-DE" dirty="0"/>
              <a:t>Bild einfügen</a:t>
            </a:r>
          </a:p>
        </p:txBody>
      </p:sp>
      <p:pic>
        <p:nvPicPr>
          <p:cNvPr id="2" name="Grafik 1">
            <a:extLst>
              <a:ext uri="{FF2B5EF4-FFF2-40B4-BE49-F238E27FC236}">
                <a16:creationId xmlns:a16="http://schemas.microsoft.com/office/drawing/2014/main" id="{939ACF4B-FCBA-CA3B-1304-770EA840275B}"/>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211784" y="260100"/>
            <a:ext cx="720000" cy="720000"/>
          </a:xfrm>
          <a:prstGeom prst="rect">
            <a:avLst/>
          </a:prstGeom>
        </p:spPr>
      </p:pic>
      <p:sp>
        <p:nvSpPr>
          <p:cNvPr id="12" name="Datumsplatzhalter 11">
            <a:extLst>
              <a:ext uri="{FF2B5EF4-FFF2-40B4-BE49-F238E27FC236}">
                <a16:creationId xmlns:a16="http://schemas.microsoft.com/office/drawing/2014/main" id="{B90FF8F0-3315-AA4E-A843-4420800943F5}"/>
              </a:ext>
            </a:extLst>
          </p:cNvPr>
          <p:cNvSpPr>
            <a:spLocks noGrp="1"/>
          </p:cNvSpPr>
          <p:nvPr>
            <p:ph type="dt" sz="half" idx="15"/>
          </p:nvPr>
        </p:nvSpPr>
        <p:spPr>
          <a:xfrm>
            <a:off x="818403" y="6434257"/>
            <a:ext cx="981075" cy="365125"/>
          </a:xfrm>
        </p:spPr>
        <p:txBody>
          <a:bodyPr/>
          <a:lstStyle/>
          <a:p>
            <a:fld id="{4DDB5538-DA78-4C2C-BF6B-9485BBAF1D80}" type="datetimeFigureOut">
              <a:rPr lang="en-US" smtClean="0"/>
              <a:t>10/14/2025</a:t>
            </a:fld>
            <a:endParaRPr lang="en-US"/>
          </a:p>
        </p:txBody>
      </p:sp>
      <p:sp>
        <p:nvSpPr>
          <p:cNvPr id="13" name="Fußzeilenplatzhalter 16">
            <a:extLst>
              <a:ext uri="{FF2B5EF4-FFF2-40B4-BE49-F238E27FC236}">
                <a16:creationId xmlns:a16="http://schemas.microsoft.com/office/drawing/2014/main" id="{23DB91FC-959F-1443-BEAD-D5D06EF8E170}"/>
              </a:ext>
            </a:extLst>
          </p:cNvPr>
          <p:cNvSpPr>
            <a:spLocks noGrp="1"/>
          </p:cNvSpPr>
          <p:nvPr>
            <p:ph type="ftr" sz="quarter" idx="16"/>
          </p:nvPr>
        </p:nvSpPr>
        <p:spPr>
          <a:xfrm>
            <a:off x="1972067" y="6434257"/>
            <a:ext cx="5924158" cy="365125"/>
          </a:xfrm>
        </p:spPr>
        <p:txBody>
          <a:bodyPr/>
          <a:lstStyle/>
          <a:p>
            <a:endParaRPr lang="en-US"/>
          </a:p>
        </p:txBody>
      </p:sp>
      <p:sp>
        <p:nvSpPr>
          <p:cNvPr id="15" name="Foliennummernplatzhalter 18">
            <a:extLst>
              <a:ext uri="{FF2B5EF4-FFF2-40B4-BE49-F238E27FC236}">
                <a16:creationId xmlns:a16="http://schemas.microsoft.com/office/drawing/2014/main" id="{D31CDCAE-E5E0-0A47-B6DD-1330A450C78C}"/>
              </a:ext>
            </a:extLst>
          </p:cNvPr>
          <p:cNvSpPr>
            <a:spLocks noGrp="1"/>
          </p:cNvSpPr>
          <p:nvPr>
            <p:ph type="sldNum" sz="quarter" idx="17"/>
          </p:nvPr>
        </p:nvSpPr>
        <p:spPr>
          <a:xfrm>
            <a:off x="11531078" y="6417445"/>
            <a:ext cx="487680" cy="398749"/>
          </a:xfrm>
        </p:spPr>
        <p:txBody>
          <a:bodyPr/>
          <a:lstStyle/>
          <a:p>
            <a:fld id="{81561042-0DC2-4A04-AA50-F6D44EB20EBA}" type="slidenum">
              <a:rPr lang="en-US" smtClean="0"/>
              <a:t>‹#›</a:t>
            </a:fld>
            <a:endParaRPr lang="en-US"/>
          </a:p>
        </p:txBody>
      </p:sp>
      <p:sp>
        <p:nvSpPr>
          <p:cNvPr id="4" name="Titel 3">
            <a:extLst>
              <a:ext uri="{FF2B5EF4-FFF2-40B4-BE49-F238E27FC236}">
                <a16:creationId xmlns:a16="http://schemas.microsoft.com/office/drawing/2014/main" id="{F133F815-F872-416E-10CE-43D228A6EE24}"/>
              </a:ext>
            </a:extLst>
          </p:cNvPr>
          <p:cNvSpPr>
            <a:spLocks noGrp="1"/>
          </p:cNvSpPr>
          <p:nvPr>
            <p:ph type="title"/>
          </p:nvPr>
        </p:nvSpPr>
        <p:spPr>
          <a:xfrm>
            <a:off x="1019174" y="595102"/>
            <a:ext cx="4796955" cy="779263"/>
          </a:xfrm>
        </p:spPr>
        <p:txBody>
          <a:bodyPr>
            <a:normAutofit/>
          </a:bodyPr>
          <a:lstStyle>
            <a:lvl1pPr>
              <a:defRPr sz="2200"/>
            </a:lvl1pPr>
          </a:lstStyle>
          <a:p>
            <a:r>
              <a:rPr lang="en-US"/>
              <a:t>Click to edit Master title style</a:t>
            </a:r>
            <a:endParaRPr lang="de-DE" dirty="0"/>
          </a:p>
        </p:txBody>
      </p:sp>
      <p:sp>
        <p:nvSpPr>
          <p:cNvPr id="5" name="Textplatzhalter 4">
            <a:extLst>
              <a:ext uri="{FF2B5EF4-FFF2-40B4-BE49-F238E27FC236}">
                <a16:creationId xmlns:a16="http://schemas.microsoft.com/office/drawing/2014/main" id="{74E11B9A-4F7D-916D-3C7B-976A342BBD57}"/>
              </a:ext>
            </a:extLst>
          </p:cNvPr>
          <p:cNvSpPr>
            <a:spLocks noGrp="1"/>
          </p:cNvSpPr>
          <p:nvPr>
            <p:ph type="body" sz="quarter" idx="18"/>
          </p:nvPr>
        </p:nvSpPr>
        <p:spPr>
          <a:xfrm>
            <a:off x="1022350" y="1602999"/>
            <a:ext cx="4793779" cy="454220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3" name="Bildplatzhalter 15">
            <a:extLst>
              <a:ext uri="{FF2B5EF4-FFF2-40B4-BE49-F238E27FC236}">
                <a16:creationId xmlns:a16="http://schemas.microsoft.com/office/drawing/2014/main" id="{13485557-0203-4CE5-682F-6731352EA168}"/>
              </a:ext>
            </a:extLst>
          </p:cNvPr>
          <p:cNvSpPr>
            <a:spLocks noGrp="1"/>
          </p:cNvSpPr>
          <p:nvPr>
            <p:ph type="pic" sz="quarter" idx="19" hasCustomPrompt="1"/>
          </p:nvPr>
        </p:nvSpPr>
        <p:spPr>
          <a:xfrm>
            <a:off x="6095999" y="3805207"/>
            <a:ext cx="5615375" cy="2340000"/>
          </a:xfrm>
          <a:solidFill>
            <a:schemeClr val="accent4"/>
          </a:solidFill>
        </p:spPr>
        <p:txBody>
          <a:bodyPr anchor="ctr">
            <a:normAutofit/>
          </a:bodyPr>
          <a:lstStyle>
            <a:lvl1pPr algn="ctr">
              <a:defRPr sz="1400" b="1"/>
            </a:lvl1pPr>
          </a:lstStyle>
          <a:p>
            <a:r>
              <a:rPr lang="de-DE" dirty="0"/>
              <a:t>Bild einfügen</a:t>
            </a:r>
          </a:p>
        </p:txBody>
      </p:sp>
    </p:spTree>
    <p:extLst>
      <p:ext uri="{BB962C8B-B14F-4D97-AF65-F5344CB8AC3E}">
        <p14:creationId xmlns:p14="http://schemas.microsoft.com/office/powerpoint/2010/main" val="37072391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2_Text links, 3 Fotos rechts">
    <p:spTree>
      <p:nvGrpSpPr>
        <p:cNvPr id="1" name=""/>
        <p:cNvGrpSpPr/>
        <p:nvPr/>
      </p:nvGrpSpPr>
      <p:grpSpPr>
        <a:xfrm>
          <a:off x="0" y="0"/>
          <a:ext cx="0" cy="0"/>
          <a:chOff x="0" y="0"/>
          <a:chExt cx="0" cy="0"/>
        </a:xfrm>
      </p:grpSpPr>
      <p:pic>
        <p:nvPicPr>
          <p:cNvPr id="8" name="Grafik 7">
            <a:extLst>
              <a:ext uri="{FF2B5EF4-FFF2-40B4-BE49-F238E27FC236}">
                <a16:creationId xmlns:a16="http://schemas.microsoft.com/office/drawing/2014/main" id="{89214D28-47CE-703F-EF5E-4729F6107CC9}"/>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211784" y="260100"/>
            <a:ext cx="720000" cy="720000"/>
          </a:xfrm>
          <a:prstGeom prst="rect">
            <a:avLst/>
          </a:prstGeom>
        </p:spPr>
      </p:pic>
      <p:sp>
        <p:nvSpPr>
          <p:cNvPr id="16" name="Bildplatzhalter 15">
            <a:extLst>
              <a:ext uri="{FF2B5EF4-FFF2-40B4-BE49-F238E27FC236}">
                <a16:creationId xmlns:a16="http://schemas.microsoft.com/office/drawing/2014/main" id="{FE0C809C-BC8A-54E7-5DF8-E7F1D5083D0C}"/>
              </a:ext>
            </a:extLst>
          </p:cNvPr>
          <p:cNvSpPr>
            <a:spLocks noGrp="1"/>
          </p:cNvSpPr>
          <p:nvPr>
            <p:ph type="pic" sz="quarter" idx="14" hasCustomPrompt="1"/>
          </p:nvPr>
        </p:nvSpPr>
        <p:spPr>
          <a:xfrm>
            <a:off x="6094800" y="1132645"/>
            <a:ext cx="5616575" cy="2340000"/>
          </a:xfrm>
          <a:solidFill>
            <a:schemeClr val="accent4"/>
          </a:solidFill>
        </p:spPr>
        <p:txBody>
          <a:bodyPr anchor="ctr">
            <a:normAutofit/>
          </a:bodyPr>
          <a:lstStyle>
            <a:lvl1pPr algn="ctr">
              <a:defRPr sz="1400" b="1"/>
            </a:lvl1pPr>
          </a:lstStyle>
          <a:p>
            <a:r>
              <a:rPr lang="de-DE" dirty="0"/>
              <a:t>Bild einfügen</a:t>
            </a:r>
          </a:p>
        </p:txBody>
      </p:sp>
      <p:pic>
        <p:nvPicPr>
          <p:cNvPr id="2" name="Grafik 1">
            <a:extLst>
              <a:ext uri="{FF2B5EF4-FFF2-40B4-BE49-F238E27FC236}">
                <a16:creationId xmlns:a16="http://schemas.microsoft.com/office/drawing/2014/main" id="{939ACF4B-FCBA-CA3B-1304-770EA840275B}"/>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211784" y="260100"/>
            <a:ext cx="720000" cy="720000"/>
          </a:xfrm>
          <a:prstGeom prst="rect">
            <a:avLst/>
          </a:prstGeom>
        </p:spPr>
      </p:pic>
      <p:sp>
        <p:nvSpPr>
          <p:cNvPr id="12" name="Datumsplatzhalter 11">
            <a:extLst>
              <a:ext uri="{FF2B5EF4-FFF2-40B4-BE49-F238E27FC236}">
                <a16:creationId xmlns:a16="http://schemas.microsoft.com/office/drawing/2014/main" id="{B90FF8F0-3315-AA4E-A843-4420800943F5}"/>
              </a:ext>
            </a:extLst>
          </p:cNvPr>
          <p:cNvSpPr>
            <a:spLocks noGrp="1"/>
          </p:cNvSpPr>
          <p:nvPr>
            <p:ph type="dt" sz="half" idx="15"/>
          </p:nvPr>
        </p:nvSpPr>
        <p:spPr>
          <a:xfrm>
            <a:off x="818403" y="6434257"/>
            <a:ext cx="981075" cy="365125"/>
          </a:xfrm>
        </p:spPr>
        <p:txBody>
          <a:bodyPr/>
          <a:lstStyle/>
          <a:p>
            <a:fld id="{4DDB5538-DA78-4C2C-BF6B-9485BBAF1D80}" type="datetimeFigureOut">
              <a:rPr lang="en-US" smtClean="0"/>
              <a:t>10/14/2025</a:t>
            </a:fld>
            <a:endParaRPr lang="en-US"/>
          </a:p>
        </p:txBody>
      </p:sp>
      <p:sp>
        <p:nvSpPr>
          <p:cNvPr id="13" name="Fußzeilenplatzhalter 16">
            <a:extLst>
              <a:ext uri="{FF2B5EF4-FFF2-40B4-BE49-F238E27FC236}">
                <a16:creationId xmlns:a16="http://schemas.microsoft.com/office/drawing/2014/main" id="{23DB91FC-959F-1443-BEAD-D5D06EF8E170}"/>
              </a:ext>
            </a:extLst>
          </p:cNvPr>
          <p:cNvSpPr>
            <a:spLocks noGrp="1"/>
          </p:cNvSpPr>
          <p:nvPr>
            <p:ph type="ftr" sz="quarter" idx="16"/>
          </p:nvPr>
        </p:nvSpPr>
        <p:spPr>
          <a:xfrm>
            <a:off x="1972067" y="6434257"/>
            <a:ext cx="5924158" cy="365125"/>
          </a:xfrm>
        </p:spPr>
        <p:txBody>
          <a:bodyPr/>
          <a:lstStyle/>
          <a:p>
            <a:endParaRPr lang="en-US"/>
          </a:p>
        </p:txBody>
      </p:sp>
      <p:sp>
        <p:nvSpPr>
          <p:cNvPr id="15" name="Foliennummernplatzhalter 18">
            <a:extLst>
              <a:ext uri="{FF2B5EF4-FFF2-40B4-BE49-F238E27FC236}">
                <a16:creationId xmlns:a16="http://schemas.microsoft.com/office/drawing/2014/main" id="{D31CDCAE-E5E0-0A47-B6DD-1330A450C78C}"/>
              </a:ext>
            </a:extLst>
          </p:cNvPr>
          <p:cNvSpPr>
            <a:spLocks noGrp="1"/>
          </p:cNvSpPr>
          <p:nvPr>
            <p:ph type="sldNum" sz="quarter" idx="17"/>
          </p:nvPr>
        </p:nvSpPr>
        <p:spPr>
          <a:xfrm>
            <a:off x="11531078" y="6417445"/>
            <a:ext cx="487680" cy="398749"/>
          </a:xfrm>
        </p:spPr>
        <p:txBody>
          <a:bodyPr/>
          <a:lstStyle/>
          <a:p>
            <a:fld id="{81561042-0DC2-4A04-AA50-F6D44EB20EBA}" type="slidenum">
              <a:rPr lang="en-US" smtClean="0"/>
              <a:t>‹#›</a:t>
            </a:fld>
            <a:endParaRPr lang="en-US"/>
          </a:p>
        </p:txBody>
      </p:sp>
      <p:sp>
        <p:nvSpPr>
          <p:cNvPr id="4" name="Titel 3">
            <a:extLst>
              <a:ext uri="{FF2B5EF4-FFF2-40B4-BE49-F238E27FC236}">
                <a16:creationId xmlns:a16="http://schemas.microsoft.com/office/drawing/2014/main" id="{F133F815-F872-416E-10CE-43D228A6EE24}"/>
              </a:ext>
            </a:extLst>
          </p:cNvPr>
          <p:cNvSpPr>
            <a:spLocks noGrp="1"/>
          </p:cNvSpPr>
          <p:nvPr>
            <p:ph type="title"/>
          </p:nvPr>
        </p:nvSpPr>
        <p:spPr>
          <a:xfrm>
            <a:off x="1019174" y="595102"/>
            <a:ext cx="4796955" cy="779263"/>
          </a:xfrm>
        </p:spPr>
        <p:txBody>
          <a:bodyPr>
            <a:normAutofit/>
          </a:bodyPr>
          <a:lstStyle>
            <a:lvl1pPr>
              <a:defRPr sz="2200"/>
            </a:lvl1pPr>
          </a:lstStyle>
          <a:p>
            <a:r>
              <a:rPr lang="en-US"/>
              <a:t>Click to edit Master title style</a:t>
            </a:r>
            <a:endParaRPr lang="de-DE" dirty="0"/>
          </a:p>
        </p:txBody>
      </p:sp>
      <p:sp>
        <p:nvSpPr>
          <p:cNvPr id="5" name="Textplatzhalter 4">
            <a:extLst>
              <a:ext uri="{FF2B5EF4-FFF2-40B4-BE49-F238E27FC236}">
                <a16:creationId xmlns:a16="http://schemas.microsoft.com/office/drawing/2014/main" id="{74E11B9A-4F7D-916D-3C7B-976A342BBD57}"/>
              </a:ext>
            </a:extLst>
          </p:cNvPr>
          <p:cNvSpPr>
            <a:spLocks noGrp="1"/>
          </p:cNvSpPr>
          <p:nvPr>
            <p:ph type="body" sz="quarter" idx="18"/>
          </p:nvPr>
        </p:nvSpPr>
        <p:spPr>
          <a:xfrm>
            <a:off x="1022350" y="1602999"/>
            <a:ext cx="4793779" cy="454220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3" name="Bildplatzhalter 15">
            <a:extLst>
              <a:ext uri="{FF2B5EF4-FFF2-40B4-BE49-F238E27FC236}">
                <a16:creationId xmlns:a16="http://schemas.microsoft.com/office/drawing/2014/main" id="{13485557-0203-4CE5-682F-6731352EA168}"/>
              </a:ext>
            </a:extLst>
          </p:cNvPr>
          <p:cNvSpPr>
            <a:spLocks noGrp="1"/>
          </p:cNvSpPr>
          <p:nvPr>
            <p:ph type="pic" sz="quarter" idx="19" hasCustomPrompt="1"/>
          </p:nvPr>
        </p:nvSpPr>
        <p:spPr>
          <a:xfrm>
            <a:off x="6096000" y="3805207"/>
            <a:ext cx="2628000" cy="2340000"/>
          </a:xfrm>
          <a:solidFill>
            <a:schemeClr val="accent4"/>
          </a:solidFill>
        </p:spPr>
        <p:txBody>
          <a:bodyPr anchor="ctr">
            <a:normAutofit/>
          </a:bodyPr>
          <a:lstStyle>
            <a:lvl1pPr algn="ctr">
              <a:defRPr sz="1400" b="1"/>
            </a:lvl1pPr>
          </a:lstStyle>
          <a:p>
            <a:r>
              <a:rPr lang="de-DE" dirty="0"/>
              <a:t>Bild einfügen</a:t>
            </a:r>
          </a:p>
        </p:txBody>
      </p:sp>
      <p:sp>
        <p:nvSpPr>
          <p:cNvPr id="6" name="Bildplatzhalter 15">
            <a:extLst>
              <a:ext uri="{FF2B5EF4-FFF2-40B4-BE49-F238E27FC236}">
                <a16:creationId xmlns:a16="http://schemas.microsoft.com/office/drawing/2014/main" id="{88AD14B8-8E50-1A05-D000-73CCE0C59357}"/>
              </a:ext>
            </a:extLst>
          </p:cNvPr>
          <p:cNvSpPr>
            <a:spLocks noGrp="1"/>
          </p:cNvSpPr>
          <p:nvPr>
            <p:ph type="pic" sz="quarter" idx="20" hasCustomPrompt="1"/>
          </p:nvPr>
        </p:nvSpPr>
        <p:spPr>
          <a:xfrm>
            <a:off x="9084575" y="3805207"/>
            <a:ext cx="2628000" cy="2340000"/>
          </a:xfrm>
          <a:solidFill>
            <a:schemeClr val="accent4"/>
          </a:solidFill>
        </p:spPr>
        <p:txBody>
          <a:bodyPr anchor="ctr">
            <a:normAutofit/>
          </a:bodyPr>
          <a:lstStyle>
            <a:lvl1pPr algn="ctr">
              <a:defRPr sz="1400" b="1"/>
            </a:lvl1pPr>
          </a:lstStyle>
          <a:p>
            <a:r>
              <a:rPr lang="de-DE" dirty="0"/>
              <a:t>Bild einfügen</a:t>
            </a:r>
          </a:p>
        </p:txBody>
      </p:sp>
    </p:spTree>
    <p:extLst>
      <p:ext uri="{BB962C8B-B14F-4D97-AF65-F5344CB8AC3E}">
        <p14:creationId xmlns:p14="http://schemas.microsoft.com/office/powerpoint/2010/main" val="6531908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Text rechts, 1 Foto links">
    <p:bg>
      <p:bgRef idx="1001">
        <a:schemeClr val="bg2"/>
      </p:bgRef>
    </p:bg>
    <p:spTree>
      <p:nvGrpSpPr>
        <p:cNvPr id="1" name=""/>
        <p:cNvGrpSpPr/>
        <p:nvPr/>
      </p:nvGrpSpPr>
      <p:grpSpPr>
        <a:xfrm>
          <a:off x="0" y="0"/>
          <a:ext cx="0" cy="0"/>
          <a:chOff x="0" y="0"/>
          <a:chExt cx="0" cy="0"/>
        </a:xfrm>
      </p:grpSpPr>
      <p:sp>
        <p:nvSpPr>
          <p:cNvPr id="10" name="Freihandform: Form 9">
            <a:extLst>
              <a:ext uri="{FF2B5EF4-FFF2-40B4-BE49-F238E27FC236}">
                <a16:creationId xmlns:a16="http://schemas.microsoft.com/office/drawing/2014/main" id="{DDE1BAAB-8D5B-55C6-B8EA-E60452A15D3F}"/>
              </a:ext>
            </a:extLst>
          </p:cNvPr>
          <p:cNvSpPr>
            <a:spLocks noGrp="1" noRot="1" noMove="1" noResize="1" noEditPoints="1" noAdjustHandles="1" noChangeArrowheads="1" noChangeShapeType="1"/>
          </p:cNvSpPr>
          <p:nvPr/>
        </p:nvSpPr>
        <p:spPr>
          <a:xfrm>
            <a:off x="-1" y="0"/>
            <a:ext cx="12191999" cy="6858000"/>
          </a:xfrm>
          <a:custGeom>
            <a:avLst/>
            <a:gdLst>
              <a:gd name="connsiteX0" fmla="*/ 0 w 12191999"/>
              <a:gd name="connsiteY0" fmla="*/ 0 h 6858000"/>
              <a:gd name="connsiteX1" fmla="*/ 1 w 12191999"/>
              <a:gd name="connsiteY1" fmla="*/ 0 h 6858000"/>
              <a:gd name="connsiteX2" fmla="*/ 1 w 12191999"/>
              <a:gd name="connsiteY2" fmla="*/ 6368304 h 6858000"/>
              <a:gd name="connsiteX3" fmla="*/ 5847965 w 12191999"/>
              <a:gd name="connsiteY3" fmla="*/ 6368304 h 6858000"/>
              <a:gd name="connsiteX4" fmla="*/ 5847965 w 12191999"/>
              <a:gd name="connsiteY4" fmla="*/ 0 h 6858000"/>
              <a:gd name="connsiteX5" fmla="*/ 12191999 w 12191999"/>
              <a:gd name="connsiteY5" fmla="*/ 0 h 6858000"/>
              <a:gd name="connsiteX6" fmla="*/ 12191999 w 12191999"/>
              <a:gd name="connsiteY6" fmla="*/ 6858000 h 6858000"/>
              <a:gd name="connsiteX7" fmla="*/ 0 w 12191999"/>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1999" h="6858000">
                <a:moveTo>
                  <a:pt x="0" y="0"/>
                </a:moveTo>
                <a:lnTo>
                  <a:pt x="1" y="0"/>
                </a:lnTo>
                <a:lnTo>
                  <a:pt x="1" y="6368304"/>
                </a:lnTo>
                <a:lnTo>
                  <a:pt x="5847965" y="6368304"/>
                </a:lnTo>
                <a:lnTo>
                  <a:pt x="5847965" y="0"/>
                </a:lnTo>
                <a:lnTo>
                  <a:pt x="12191999" y="0"/>
                </a:lnTo>
                <a:lnTo>
                  <a:pt x="12191999" y="6858000"/>
                </a:lnTo>
                <a:lnTo>
                  <a:pt x="0" y="6858000"/>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de-DE" dirty="0"/>
          </a:p>
        </p:txBody>
      </p:sp>
      <p:pic>
        <p:nvPicPr>
          <p:cNvPr id="8" name="Grafik 7">
            <a:extLst>
              <a:ext uri="{FF2B5EF4-FFF2-40B4-BE49-F238E27FC236}">
                <a16:creationId xmlns:a16="http://schemas.microsoft.com/office/drawing/2014/main" id="{89214D28-47CE-703F-EF5E-4729F6107CC9}"/>
              </a:ext>
            </a:extLst>
          </p:cNvPr>
          <p:cNvPicPr>
            <a:picLocks noGrp="1" noRot="1" noChangeAspect="1" noMove="1" noResize="1" noEditPoints="1" noAdjustHandles="1" noChangeArrowheads="1" noChangeShapeType="1" noCrop="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211784" y="260100"/>
            <a:ext cx="720000" cy="720000"/>
          </a:xfrm>
          <a:prstGeom prst="rect">
            <a:avLst/>
          </a:prstGeom>
        </p:spPr>
      </p:pic>
      <p:sp>
        <p:nvSpPr>
          <p:cNvPr id="16" name="Bildplatzhalter 15">
            <a:extLst>
              <a:ext uri="{FF2B5EF4-FFF2-40B4-BE49-F238E27FC236}">
                <a16:creationId xmlns:a16="http://schemas.microsoft.com/office/drawing/2014/main" id="{FE0C809C-BC8A-54E7-5DF8-E7F1D5083D0C}"/>
              </a:ext>
            </a:extLst>
          </p:cNvPr>
          <p:cNvSpPr>
            <a:spLocks noGrp="1"/>
          </p:cNvSpPr>
          <p:nvPr>
            <p:ph type="pic" sz="quarter" idx="14" hasCustomPrompt="1"/>
          </p:nvPr>
        </p:nvSpPr>
        <p:spPr>
          <a:xfrm>
            <a:off x="442914" y="1125538"/>
            <a:ext cx="4967286" cy="4608512"/>
          </a:xfrm>
        </p:spPr>
        <p:txBody>
          <a:bodyPr anchor="ctr">
            <a:normAutofit/>
          </a:bodyPr>
          <a:lstStyle>
            <a:lvl1pPr algn="ctr">
              <a:defRPr sz="1400" b="1"/>
            </a:lvl1pPr>
          </a:lstStyle>
          <a:p>
            <a:r>
              <a:rPr lang="de-DE" dirty="0"/>
              <a:t>Bild einfügen</a:t>
            </a:r>
          </a:p>
        </p:txBody>
      </p:sp>
      <p:pic>
        <p:nvPicPr>
          <p:cNvPr id="2" name="Grafik 1">
            <a:extLst>
              <a:ext uri="{FF2B5EF4-FFF2-40B4-BE49-F238E27FC236}">
                <a16:creationId xmlns:a16="http://schemas.microsoft.com/office/drawing/2014/main" id="{939ACF4B-FCBA-CA3B-1304-770EA840275B}"/>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211784" y="260100"/>
            <a:ext cx="720000" cy="720000"/>
          </a:xfrm>
          <a:prstGeom prst="rect">
            <a:avLst/>
          </a:prstGeom>
        </p:spPr>
      </p:pic>
      <p:sp>
        <p:nvSpPr>
          <p:cNvPr id="25" name="Datumsplatzhalter 18">
            <a:extLst>
              <a:ext uri="{FF2B5EF4-FFF2-40B4-BE49-F238E27FC236}">
                <a16:creationId xmlns:a16="http://schemas.microsoft.com/office/drawing/2014/main" id="{8E5480C6-7741-1C41-8BF8-3EA9E8BBD9E1}"/>
              </a:ext>
            </a:extLst>
          </p:cNvPr>
          <p:cNvSpPr>
            <a:spLocks noGrp="1"/>
          </p:cNvSpPr>
          <p:nvPr>
            <p:ph type="dt" sz="half" idx="15"/>
          </p:nvPr>
        </p:nvSpPr>
        <p:spPr>
          <a:xfrm>
            <a:off x="817200" y="6435861"/>
            <a:ext cx="981075" cy="365125"/>
          </a:xfrm>
        </p:spPr>
        <p:txBody>
          <a:bodyPr/>
          <a:lstStyle>
            <a:lvl1pPr>
              <a:defRPr>
                <a:solidFill>
                  <a:schemeClr val="bg2"/>
                </a:solidFill>
              </a:defRPr>
            </a:lvl1pPr>
          </a:lstStyle>
          <a:p>
            <a:fld id="{4DDB5538-DA78-4C2C-BF6B-9485BBAF1D80}" type="datetimeFigureOut">
              <a:rPr lang="en-US" smtClean="0"/>
              <a:t>10/14/2025</a:t>
            </a:fld>
            <a:endParaRPr lang="en-US"/>
          </a:p>
        </p:txBody>
      </p:sp>
      <p:sp>
        <p:nvSpPr>
          <p:cNvPr id="26" name="Fußzeilenplatzhalter 19">
            <a:extLst>
              <a:ext uri="{FF2B5EF4-FFF2-40B4-BE49-F238E27FC236}">
                <a16:creationId xmlns:a16="http://schemas.microsoft.com/office/drawing/2014/main" id="{168B19FA-F412-AB45-9344-25D6B61F94D8}"/>
              </a:ext>
            </a:extLst>
          </p:cNvPr>
          <p:cNvSpPr>
            <a:spLocks noGrp="1"/>
          </p:cNvSpPr>
          <p:nvPr>
            <p:ph type="ftr" sz="quarter" idx="16"/>
          </p:nvPr>
        </p:nvSpPr>
        <p:spPr>
          <a:xfrm>
            <a:off x="1972067" y="6435861"/>
            <a:ext cx="5924158" cy="365125"/>
          </a:xfrm>
        </p:spPr>
        <p:txBody>
          <a:bodyPr/>
          <a:lstStyle>
            <a:lvl1pPr>
              <a:defRPr>
                <a:solidFill>
                  <a:schemeClr val="bg2"/>
                </a:solidFill>
              </a:defRPr>
            </a:lvl1pPr>
          </a:lstStyle>
          <a:p>
            <a:endParaRPr lang="en-US"/>
          </a:p>
        </p:txBody>
      </p:sp>
      <p:sp>
        <p:nvSpPr>
          <p:cNvPr id="27" name="Foliennummernplatzhalter 20">
            <a:extLst>
              <a:ext uri="{FF2B5EF4-FFF2-40B4-BE49-F238E27FC236}">
                <a16:creationId xmlns:a16="http://schemas.microsoft.com/office/drawing/2014/main" id="{F9352A85-7174-0B49-83D0-96331E463E14}"/>
              </a:ext>
            </a:extLst>
          </p:cNvPr>
          <p:cNvSpPr>
            <a:spLocks noGrp="1"/>
          </p:cNvSpPr>
          <p:nvPr>
            <p:ph type="sldNum" sz="quarter" idx="17"/>
          </p:nvPr>
        </p:nvSpPr>
        <p:spPr>
          <a:xfrm>
            <a:off x="11531078" y="6419049"/>
            <a:ext cx="487680" cy="398749"/>
          </a:xfrm>
        </p:spPr>
        <p:txBody>
          <a:bodyPr/>
          <a:lstStyle>
            <a:lvl1pPr>
              <a:defRPr>
                <a:solidFill>
                  <a:schemeClr val="bg2"/>
                </a:solidFill>
              </a:defRPr>
            </a:lvl1pPr>
          </a:lstStyle>
          <a:p>
            <a:fld id="{81561042-0DC2-4A04-AA50-F6D44EB20EBA}" type="slidenum">
              <a:rPr lang="en-US" smtClean="0"/>
              <a:t>‹#›</a:t>
            </a:fld>
            <a:endParaRPr lang="en-US"/>
          </a:p>
        </p:txBody>
      </p:sp>
      <p:sp>
        <p:nvSpPr>
          <p:cNvPr id="3" name="Titel 2">
            <a:extLst>
              <a:ext uri="{FF2B5EF4-FFF2-40B4-BE49-F238E27FC236}">
                <a16:creationId xmlns:a16="http://schemas.microsoft.com/office/drawing/2014/main" id="{301E4068-782C-84C1-29EA-3F28226D2720}"/>
              </a:ext>
            </a:extLst>
          </p:cNvPr>
          <p:cNvSpPr>
            <a:spLocks noGrp="1"/>
          </p:cNvSpPr>
          <p:nvPr>
            <p:ph type="title"/>
          </p:nvPr>
        </p:nvSpPr>
        <p:spPr>
          <a:xfrm>
            <a:off x="6172202" y="592976"/>
            <a:ext cx="4479174" cy="781396"/>
          </a:xfrm>
        </p:spPr>
        <p:txBody>
          <a:bodyPr/>
          <a:lstStyle>
            <a:lvl1pPr>
              <a:defRPr>
                <a:solidFill>
                  <a:schemeClr val="bg1"/>
                </a:solidFill>
              </a:defRPr>
            </a:lvl1pPr>
          </a:lstStyle>
          <a:p>
            <a:r>
              <a:rPr lang="en-US"/>
              <a:t>Click to edit Master title style</a:t>
            </a:r>
            <a:endParaRPr lang="de-DE" dirty="0"/>
          </a:p>
        </p:txBody>
      </p:sp>
      <p:sp>
        <p:nvSpPr>
          <p:cNvPr id="5" name="Textplatzhalter 4">
            <a:extLst>
              <a:ext uri="{FF2B5EF4-FFF2-40B4-BE49-F238E27FC236}">
                <a16:creationId xmlns:a16="http://schemas.microsoft.com/office/drawing/2014/main" id="{99AAECAB-6CDF-AA98-5C7E-1653955A51DA}"/>
              </a:ext>
            </a:extLst>
          </p:cNvPr>
          <p:cNvSpPr>
            <a:spLocks noGrp="1"/>
          </p:cNvSpPr>
          <p:nvPr>
            <p:ph type="body" sz="quarter" idx="18"/>
          </p:nvPr>
        </p:nvSpPr>
        <p:spPr>
          <a:xfrm>
            <a:off x="6172201" y="1613290"/>
            <a:ext cx="5359400" cy="4531923"/>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dirty="0"/>
          </a:p>
        </p:txBody>
      </p:sp>
    </p:spTree>
    <p:extLst>
      <p:ext uri="{BB962C8B-B14F-4D97-AF65-F5344CB8AC3E}">
        <p14:creationId xmlns:p14="http://schemas.microsoft.com/office/powerpoint/2010/main" val="236316726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Text rechts, 1 Foto schmal links">
    <p:bg>
      <p:bgRef idx="1001">
        <a:schemeClr val="bg2"/>
      </p:bgRef>
    </p:bg>
    <p:spTree>
      <p:nvGrpSpPr>
        <p:cNvPr id="1" name=""/>
        <p:cNvGrpSpPr/>
        <p:nvPr/>
      </p:nvGrpSpPr>
      <p:grpSpPr>
        <a:xfrm>
          <a:off x="0" y="0"/>
          <a:ext cx="0" cy="0"/>
          <a:chOff x="0" y="0"/>
          <a:chExt cx="0" cy="0"/>
        </a:xfrm>
      </p:grpSpPr>
      <p:sp>
        <p:nvSpPr>
          <p:cNvPr id="9" name="Freihandform: Form 8">
            <a:extLst>
              <a:ext uri="{FF2B5EF4-FFF2-40B4-BE49-F238E27FC236}">
                <a16:creationId xmlns:a16="http://schemas.microsoft.com/office/drawing/2014/main" id="{89FF2E1B-285E-93C7-4ABE-C370A284C742}"/>
              </a:ext>
            </a:extLst>
          </p:cNvPr>
          <p:cNvSpPr/>
          <p:nvPr/>
        </p:nvSpPr>
        <p:spPr>
          <a:xfrm>
            <a:off x="-2" y="0"/>
            <a:ext cx="12191999" cy="6858000"/>
          </a:xfrm>
          <a:custGeom>
            <a:avLst/>
            <a:gdLst>
              <a:gd name="connsiteX0" fmla="*/ 3945774 w 12191999"/>
              <a:gd name="connsiteY0" fmla="*/ 0 h 6858000"/>
              <a:gd name="connsiteX1" fmla="*/ 12191999 w 12191999"/>
              <a:gd name="connsiteY1" fmla="*/ 0 h 6858000"/>
              <a:gd name="connsiteX2" fmla="*/ 12191999 w 12191999"/>
              <a:gd name="connsiteY2" fmla="*/ 6858000 h 6858000"/>
              <a:gd name="connsiteX3" fmla="*/ 8246225 w 12191999"/>
              <a:gd name="connsiteY3" fmla="*/ 6858000 h 6858000"/>
              <a:gd name="connsiteX4" fmla="*/ 3945774 w 12191999"/>
              <a:gd name="connsiteY4" fmla="*/ 6858000 h 6858000"/>
              <a:gd name="connsiteX5" fmla="*/ 0 w 12191999"/>
              <a:gd name="connsiteY5" fmla="*/ 6858000 h 6858000"/>
              <a:gd name="connsiteX6" fmla="*/ 0 w 12191999"/>
              <a:gd name="connsiteY6" fmla="*/ 6367464 h 6858000"/>
              <a:gd name="connsiteX7" fmla="*/ 3945774 w 12191999"/>
              <a:gd name="connsiteY7" fmla="*/ 636746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1999" h="6858000">
                <a:moveTo>
                  <a:pt x="3945774" y="0"/>
                </a:moveTo>
                <a:lnTo>
                  <a:pt x="12191999" y="0"/>
                </a:lnTo>
                <a:lnTo>
                  <a:pt x="12191999" y="6858000"/>
                </a:lnTo>
                <a:lnTo>
                  <a:pt x="8246225" y="6858000"/>
                </a:lnTo>
                <a:lnTo>
                  <a:pt x="3945774" y="6858000"/>
                </a:lnTo>
                <a:lnTo>
                  <a:pt x="0" y="6858000"/>
                </a:lnTo>
                <a:lnTo>
                  <a:pt x="0" y="6367464"/>
                </a:lnTo>
                <a:lnTo>
                  <a:pt x="3945774" y="6367464"/>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de-DE"/>
          </a:p>
        </p:txBody>
      </p:sp>
      <p:sp>
        <p:nvSpPr>
          <p:cNvPr id="10" name="Freihandform: Form 9">
            <a:extLst>
              <a:ext uri="{FF2B5EF4-FFF2-40B4-BE49-F238E27FC236}">
                <a16:creationId xmlns:a16="http://schemas.microsoft.com/office/drawing/2014/main" id="{DDE1BAAB-8D5B-55C6-B8EA-E60452A15D3F}"/>
              </a:ext>
            </a:extLst>
          </p:cNvPr>
          <p:cNvSpPr>
            <a:spLocks noGrp="1" noRot="1" noMove="1" noResize="1" noEditPoints="1" noAdjustHandles="1" noChangeArrowheads="1" noChangeShapeType="1"/>
          </p:cNvSpPr>
          <p:nvPr/>
        </p:nvSpPr>
        <p:spPr>
          <a:xfrm>
            <a:off x="-1" y="0"/>
            <a:ext cx="12191999" cy="6858000"/>
          </a:xfrm>
          <a:custGeom>
            <a:avLst/>
            <a:gdLst>
              <a:gd name="connsiteX0" fmla="*/ 0 w 12191999"/>
              <a:gd name="connsiteY0" fmla="*/ 0 h 6858000"/>
              <a:gd name="connsiteX1" fmla="*/ 1 w 12191999"/>
              <a:gd name="connsiteY1" fmla="*/ 0 h 6858000"/>
              <a:gd name="connsiteX2" fmla="*/ 1 w 12191999"/>
              <a:gd name="connsiteY2" fmla="*/ 6368304 h 6858000"/>
              <a:gd name="connsiteX3" fmla="*/ 5847965 w 12191999"/>
              <a:gd name="connsiteY3" fmla="*/ 6368304 h 6858000"/>
              <a:gd name="connsiteX4" fmla="*/ 5847965 w 12191999"/>
              <a:gd name="connsiteY4" fmla="*/ 0 h 6858000"/>
              <a:gd name="connsiteX5" fmla="*/ 12191999 w 12191999"/>
              <a:gd name="connsiteY5" fmla="*/ 0 h 6858000"/>
              <a:gd name="connsiteX6" fmla="*/ 12191999 w 12191999"/>
              <a:gd name="connsiteY6" fmla="*/ 6858000 h 6858000"/>
              <a:gd name="connsiteX7" fmla="*/ 0 w 12191999"/>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1999" h="6858000">
                <a:moveTo>
                  <a:pt x="0" y="0"/>
                </a:moveTo>
                <a:lnTo>
                  <a:pt x="1" y="0"/>
                </a:lnTo>
                <a:lnTo>
                  <a:pt x="1" y="6368304"/>
                </a:lnTo>
                <a:lnTo>
                  <a:pt x="5847965" y="6368304"/>
                </a:lnTo>
                <a:lnTo>
                  <a:pt x="5847965" y="0"/>
                </a:lnTo>
                <a:lnTo>
                  <a:pt x="12191999" y="0"/>
                </a:lnTo>
                <a:lnTo>
                  <a:pt x="12191999" y="6858000"/>
                </a:lnTo>
                <a:lnTo>
                  <a:pt x="0" y="6858000"/>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de-DE" dirty="0"/>
              <a:t> </a:t>
            </a:r>
          </a:p>
        </p:txBody>
      </p:sp>
      <p:pic>
        <p:nvPicPr>
          <p:cNvPr id="8" name="Grafik 7">
            <a:extLst>
              <a:ext uri="{FF2B5EF4-FFF2-40B4-BE49-F238E27FC236}">
                <a16:creationId xmlns:a16="http://schemas.microsoft.com/office/drawing/2014/main" id="{89214D28-47CE-703F-EF5E-4729F6107CC9}"/>
              </a:ext>
            </a:extLst>
          </p:cNvPr>
          <p:cNvPicPr>
            <a:picLocks noGrp="1" noRot="1" noChangeAspect="1" noMove="1" noResize="1" noEditPoints="1" noAdjustHandles="1" noChangeArrowheads="1" noChangeShapeType="1" noCrop="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211784" y="260100"/>
            <a:ext cx="720000" cy="720000"/>
          </a:xfrm>
          <a:prstGeom prst="rect">
            <a:avLst/>
          </a:prstGeom>
        </p:spPr>
      </p:pic>
      <p:sp>
        <p:nvSpPr>
          <p:cNvPr id="16" name="Bildplatzhalter 15">
            <a:extLst>
              <a:ext uri="{FF2B5EF4-FFF2-40B4-BE49-F238E27FC236}">
                <a16:creationId xmlns:a16="http://schemas.microsoft.com/office/drawing/2014/main" id="{FE0C809C-BC8A-54E7-5DF8-E7F1D5083D0C}"/>
              </a:ext>
            </a:extLst>
          </p:cNvPr>
          <p:cNvSpPr>
            <a:spLocks noGrp="1"/>
          </p:cNvSpPr>
          <p:nvPr>
            <p:ph type="pic" sz="quarter" idx="14" hasCustomPrompt="1"/>
          </p:nvPr>
        </p:nvSpPr>
        <p:spPr>
          <a:xfrm>
            <a:off x="442914" y="1125538"/>
            <a:ext cx="2984027" cy="4606924"/>
          </a:xfrm>
        </p:spPr>
        <p:txBody>
          <a:bodyPr anchor="ctr">
            <a:normAutofit/>
          </a:bodyPr>
          <a:lstStyle>
            <a:lvl1pPr algn="ctr">
              <a:defRPr sz="1400" b="1"/>
            </a:lvl1pPr>
          </a:lstStyle>
          <a:p>
            <a:r>
              <a:rPr lang="de-DE" dirty="0"/>
              <a:t>Bild einfügen</a:t>
            </a:r>
          </a:p>
        </p:txBody>
      </p:sp>
      <p:pic>
        <p:nvPicPr>
          <p:cNvPr id="2" name="Grafik 1">
            <a:extLst>
              <a:ext uri="{FF2B5EF4-FFF2-40B4-BE49-F238E27FC236}">
                <a16:creationId xmlns:a16="http://schemas.microsoft.com/office/drawing/2014/main" id="{939ACF4B-FCBA-CA3B-1304-770EA840275B}"/>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211784" y="260100"/>
            <a:ext cx="720000" cy="720000"/>
          </a:xfrm>
          <a:prstGeom prst="rect">
            <a:avLst/>
          </a:prstGeom>
        </p:spPr>
      </p:pic>
      <p:sp>
        <p:nvSpPr>
          <p:cNvPr id="25" name="Datumsplatzhalter 18">
            <a:extLst>
              <a:ext uri="{FF2B5EF4-FFF2-40B4-BE49-F238E27FC236}">
                <a16:creationId xmlns:a16="http://schemas.microsoft.com/office/drawing/2014/main" id="{8E5480C6-7741-1C41-8BF8-3EA9E8BBD9E1}"/>
              </a:ext>
            </a:extLst>
          </p:cNvPr>
          <p:cNvSpPr>
            <a:spLocks noGrp="1"/>
          </p:cNvSpPr>
          <p:nvPr>
            <p:ph type="dt" sz="half" idx="15"/>
          </p:nvPr>
        </p:nvSpPr>
        <p:spPr>
          <a:xfrm>
            <a:off x="818403" y="6435861"/>
            <a:ext cx="981075" cy="365125"/>
          </a:xfrm>
        </p:spPr>
        <p:txBody>
          <a:bodyPr/>
          <a:lstStyle>
            <a:lvl1pPr>
              <a:defRPr>
                <a:solidFill>
                  <a:schemeClr val="bg2"/>
                </a:solidFill>
              </a:defRPr>
            </a:lvl1pPr>
          </a:lstStyle>
          <a:p>
            <a:fld id="{4DDB5538-DA78-4C2C-BF6B-9485BBAF1D80}" type="datetimeFigureOut">
              <a:rPr lang="en-US" smtClean="0"/>
              <a:t>10/14/2025</a:t>
            </a:fld>
            <a:endParaRPr lang="en-US"/>
          </a:p>
        </p:txBody>
      </p:sp>
      <p:sp>
        <p:nvSpPr>
          <p:cNvPr id="26" name="Fußzeilenplatzhalter 19">
            <a:extLst>
              <a:ext uri="{FF2B5EF4-FFF2-40B4-BE49-F238E27FC236}">
                <a16:creationId xmlns:a16="http://schemas.microsoft.com/office/drawing/2014/main" id="{168B19FA-F412-AB45-9344-25D6B61F94D8}"/>
              </a:ext>
            </a:extLst>
          </p:cNvPr>
          <p:cNvSpPr>
            <a:spLocks noGrp="1"/>
          </p:cNvSpPr>
          <p:nvPr>
            <p:ph type="ftr" sz="quarter" idx="16"/>
          </p:nvPr>
        </p:nvSpPr>
        <p:spPr>
          <a:xfrm>
            <a:off x="1972067" y="6435861"/>
            <a:ext cx="5924158" cy="365125"/>
          </a:xfrm>
        </p:spPr>
        <p:txBody>
          <a:bodyPr/>
          <a:lstStyle>
            <a:lvl1pPr>
              <a:defRPr>
                <a:solidFill>
                  <a:schemeClr val="bg2"/>
                </a:solidFill>
              </a:defRPr>
            </a:lvl1pPr>
          </a:lstStyle>
          <a:p>
            <a:endParaRPr lang="en-US"/>
          </a:p>
        </p:txBody>
      </p:sp>
      <p:sp>
        <p:nvSpPr>
          <p:cNvPr id="27" name="Foliennummernplatzhalter 20">
            <a:extLst>
              <a:ext uri="{FF2B5EF4-FFF2-40B4-BE49-F238E27FC236}">
                <a16:creationId xmlns:a16="http://schemas.microsoft.com/office/drawing/2014/main" id="{F9352A85-7174-0B49-83D0-96331E463E14}"/>
              </a:ext>
            </a:extLst>
          </p:cNvPr>
          <p:cNvSpPr>
            <a:spLocks noGrp="1"/>
          </p:cNvSpPr>
          <p:nvPr>
            <p:ph type="sldNum" sz="quarter" idx="17"/>
          </p:nvPr>
        </p:nvSpPr>
        <p:spPr>
          <a:xfrm>
            <a:off x="11531078" y="6419049"/>
            <a:ext cx="487680" cy="398749"/>
          </a:xfrm>
        </p:spPr>
        <p:txBody>
          <a:bodyPr/>
          <a:lstStyle>
            <a:lvl1pPr>
              <a:defRPr>
                <a:solidFill>
                  <a:schemeClr val="bg2"/>
                </a:solidFill>
              </a:defRPr>
            </a:lvl1pPr>
          </a:lstStyle>
          <a:p>
            <a:fld id="{81561042-0DC2-4A04-AA50-F6D44EB20EBA}" type="slidenum">
              <a:rPr lang="en-US" smtClean="0"/>
              <a:t>‹#›</a:t>
            </a:fld>
            <a:endParaRPr lang="en-US"/>
          </a:p>
        </p:txBody>
      </p:sp>
      <p:sp>
        <p:nvSpPr>
          <p:cNvPr id="3" name="Titel 2">
            <a:extLst>
              <a:ext uri="{FF2B5EF4-FFF2-40B4-BE49-F238E27FC236}">
                <a16:creationId xmlns:a16="http://schemas.microsoft.com/office/drawing/2014/main" id="{301E4068-782C-84C1-29EA-3F28226D2720}"/>
              </a:ext>
            </a:extLst>
          </p:cNvPr>
          <p:cNvSpPr>
            <a:spLocks noGrp="1"/>
          </p:cNvSpPr>
          <p:nvPr>
            <p:ph type="title"/>
          </p:nvPr>
        </p:nvSpPr>
        <p:spPr>
          <a:xfrm>
            <a:off x="4390768" y="592976"/>
            <a:ext cx="6260607" cy="774770"/>
          </a:xfrm>
        </p:spPr>
        <p:txBody>
          <a:bodyPr/>
          <a:lstStyle>
            <a:lvl1pPr>
              <a:defRPr>
                <a:solidFill>
                  <a:schemeClr val="bg1"/>
                </a:solidFill>
              </a:defRPr>
            </a:lvl1pPr>
          </a:lstStyle>
          <a:p>
            <a:r>
              <a:rPr lang="en-US"/>
              <a:t>Click to edit Master title style</a:t>
            </a:r>
            <a:endParaRPr lang="de-DE" dirty="0"/>
          </a:p>
        </p:txBody>
      </p:sp>
      <p:sp>
        <p:nvSpPr>
          <p:cNvPr id="5" name="Textplatzhalter 4">
            <a:extLst>
              <a:ext uri="{FF2B5EF4-FFF2-40B4-BE49-F238E27FC236}">
                <a16:creationId xmlns:a16="http://schemas.microsoft.com/office/drawing/2014/main" id="{99AAECAB-6CDF-AA98-5C7E-1653955A51DA}"/>
              </a:ext>
            </a:extLst>
          </p:cNvPr>
          <p:cNvSpPr>
            <a:spLocks noGrp="1"/>
          </p:cNvSpPr>
          <p:nvPr>
            <p:ph type="body" sz="quarter" idx="18" hasCustomPrompt="1"/>
          </p:nvPr>
        </p:nvSpPr>
        <p:spPr>
          <a:xfrm>
            <a:off x="4390768" y="1613290"/>
            <a:ext cx="7140832" cy="4531922"/>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de-DE" dirty="0"/>
              <a:t> Ebene</a:t>
            </a:r>
          </a:p>
        </p:txBody>
      </p:sp>
    </p:spTree>
    <p:extLst>
      <p:ext uri="{BB962C8B-B14F-4D97-AF65-F5344CB8AC3E}">
        <p14:creationId xmlns:p14="http://schemas.microsoft.com/office/powerpoint/2010/main" val="280904184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Standardfolie">
    <p:spTree>
      <p:nvGrpSpPr>
        <p:cNvPr id="1" name=""/>
        <p:cNvGrpSpPr/>
        <p:nvPr/>
      </p:nvGrpSpPr>
      <p:grpSpPr>
        <a:xfrm>
          <a:off x="0" y="0"/>
          <a:ext cx="0" cy="0"/>
          <a:chOff x="0" y="0"/>
          <a:chExt cx="0" cy="0"/>
        </a:xfrm>
      </p:grpSpPr>
      <p:pic>
        <p:nvPicPr>
          <p:cNvPr id="8" name="Grafik 7">
            <a:extLst>
              <a:ext uri="{FF2B5EF4-FFF2-40B4-BE49-F238E27FC236}">
                <a16:creationId xmlns:a16="http://schemas.microsoft.com/office/drawing/2014/main" id="{89214D28-47CE-703F-EF5E-4729F6107CC9}"/>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211784" y="260100"/>
            <a:ext cx="720000" cy="720000"/>
          </a:xfrm>
          <a:prstGeom prst="rect">
            <a:avLst/>
          </a:prstGeom>
        </p:spPr>
      </p:pic>
      <p:pic>
        <p:nvPicPr>
          <p:cNvPr id="2" name="Grafik 1">
            <a:extLst>
              <a:ext uri="{FF2B5EF4-FFF2-40B4-BE49-F238E27FC236}">
                <a16:creationId xmlns:a16="http://schemas.microsoft.com/office/drawing/2014/main" id="{939ACF4B-FCBA-CA3B-1304-770EA840275B}"/>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211784" y="260100"/>
            <a:ext cx="720000" cy="720000"/>
          </a:xfrm>
          <a:prstGeom prst="rect">
            <a:avLst/>
          </a:prstGeom>
        </p:spPr>
      </p:pic>
      <p:sp>
        <p:nvSpPr>
          <p:cNvPr id="16" name="Datumsplatzhalter 11">
            <a:extLst>
              <a:ext uri="{FF2B5EF4-FFF2-40B4-BE49-F238E27FC236}">
                <a16:creationId xmlns:a16="http://schemas.microsoft.com/office/drawing/2014/main" id="{4F7000DD-05D4-D54A-B59A-DDB6337A8870}"/>
              </a:ext>
            </a:extLst>
          </p:cNvPr>
          <p:cNvSpPr>
            <a:spLocks noGrp="1"/>
          </p:cNvSpPr>
          <p:nvPr>
            <p:ph type="dt" sz="half" idx="20"/>
          </p:nvPr>
        </p:nvSpPr>
        <p:spPr>
          <a:xfrm>
            <a:off x="818403" y="6434257"/>
            <a:ext cx="981075" cy="365125"/>
          </a:xfrm>
        </p:spPr>
        <p:txBody>
          <a:bodyPr/>
          <a:lstStyle/>
          <a:p>
            <a:fld id="{4DDB5538-DA78-4C2C-BF6B-9485BBAF1D80}" type="datetimeFigureOut">
              <a:rPr lang="en-US" smtClean="0"/>
              <a:t>10/14/2025</a:t>
            </a:fld>
            <a:endParaRPr lang="en-US"/>
          </a:p>
        </p:txBody>
      </p:sp>
      <p:sp>
        <p:nvSpPr>
          <p:cNvPr id="17" name="Fußzeilenplatzhalter 16">
            <a:extLst>
              <a:ext uri="{FF2B5EF4-FFF2-40B4-BE49-F238E27FC236}">
                <a16:creationId xmlns:a16="http://schemas.microsoft.com/office/drawing/2014/main" id="{1F401671-1486-B146-9DD1-BB94F737B003}"/>
              </a:ext>
            </a:extLst>
          </p:cNvPr>
          <p:cNvSpPr>
            <a:spLocks noGrp="1"/>
          </p:cNvSpPr>
          <p:nvPr>
            <p:ph type="ftr" sz="quarter" idx="15"/>
          </p:nvPr>
        </p:nvSpPr>
        <p:spPr>
          <a:xfrm>
            <a:off x="1972067" y="6434257"/>
            <a:ext cx="5924158" cy="365125"/>
          </a:xfrm>
        </p:spPr>
        <p:txBody>
          <a:bodyPr/>
          <a:lstStyle/>
          <a:p>
            <a:endParaRPr lang="en-US"/>
          </a:p>
        </p:txBody>
      </p:sp>
      <p:sp>
        <p:nvSpPr>
          <p:cNvPr id="18" name="Foliennummernplatzhalter 18">
            <a:extLst>
              <a:ext uri="{FF2B5EF4-FFF2-40B4-BE49-F238E27FC236}">
                <a16:creationId xmlns:a16="http://schemas.microsoft.com/office/drawing/2014/main" id="{91E662FA-07A6-C140-AE6D-E58695D12536}"/>
              </a:ext>
            </a:extLst>
          </p:cNvPr>
          <p:cNvSpPr>
            <a:spLocks noGrp="1"/>
          </p:cNvSpPr>
          <p:nvPr>
            <p:ph type="sldNum" sz="quarter" idx="16"/>
          </p:nvPr>
        </p:nvSpPr>
        <p:spPr>
          <a:xfrm>
            <a:off x="11531078" y="6417445"/>
            <a:ext cx="487680" cy="398749"/>
          </a:xfrm>
        </p:spPr>
        <p:txBody>
          <a:bodyPr/>
          <a:lstStyle/>
          <a:p>
            <a:fld id="{81561042-0DC2-4A04-AA50-F6D44EB20EBA}" type="slidenum">
              <a:rPr lang="en-US" smtClean="0"/>
              <a:t>‹#›</a:t>
            </a:fld>
            <a:endParaRPr lang="en-US"/>
          </a:p>
        </p:txBody>
      </p:sp>
      <p:sp>
        <p:nvSpPr>
          <p:cNvPr id="4" name="Titel 3">
            <a:extLst>
              <a:ext uri="{FF2B5EF4-FFF2-40B4-BE49-F238E27FC236}">
                <a16:creationId xmlns:a16="http://schemas.microsoft.com/office/drawing/2014/main" id="{77CB8F9E-96C3-CD9E-6E5C-1D47ECD0AD23}"/>
              </a:ext>
            </a:extLst>
          </p:cNvPr>
          <p:cNvSpPr>
            <a:spLocks noGrp="1"/>
          </p:cNvSpPr>
          <p:nvPr>
            <p:ph type="title"/>
          </p:nvPr>
        </p:nvSpPr>
        <p:spPr>
          <a:xfrm>
            <a:off x="1019174" y="572883"/>
            <a:ext cx="8251200" cy="801487"/>
          </a:xfrm>
        </p:spPr>
        <p:txBody>
          <a:bodyPr/>
          <a:lstStyle/>
          <a:p>
            <a:r>
              <a:rPr lang="en-US"/>
              <a:t>Click to edit Master title style</a:t>
            </a:r>
            <a:endParaRPr lang="de-DE" dirty="0"/>
          </a:p>
        </p:txBody>
      </p:sp>
      <p:sp>
        <p:nvSpPr>
          <p:cNvPr id="6" name="Textplatzhalter 5">
            <a:extLst>
              <a:ext uri="{FF2B5EF4-FFF2-40B4-BE49-F238E27FC236}">
                <a16:creationId xmlns:a16="http://schemas.microsoft.com/office/drawing/2014/main" id="{D3FB7E81-A454-E75A-B5BC-ABC2FF822354}"/>
              </a:ext>
            </a:extLst>
          </p:cNvPr>
          <p:cNvSpPr>
            <a:spLocks noGrp="1"/>
          </p:cNvSpPr>
          <p:nvPr>
            <p:ph type="body" sz="quarter" idx="21"/>
          </p:nvPr>
        </p:nvSpPr>
        <p:spPr>
          <a:xfrm>
            <a:off x="1019175" y="1602997"/>
            <a:ext cx="10514013" cy="45422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dirty="0"/>
          </a:p>
        </p:txBody>
      </p:sp>
    </p:spTree>
    <p:extLst>
      <p:ext uri="{BB962C8B-B14F-4D97-AF65-F5344CB8AC3E}">
        <p14:creationId xmlns:p14="http://schemas.microsoft.com/office/powerpoint/2010/main" val="38603913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Text zweispaltig">
    <p:spTree>
      <p:nvGrpSpPr>
        <p:cNvPr id="1" name=""/>
        <p:cNvGrpSpPr/>
        <p:nvPr/>
      </p:nvGrpSpPr>
      <p:grpSpPr>
        <a:xfrm>
          <a:off x="0" y="0"/>
          <a:ext cx="0" cy="0"/>
          <a:chOff x="0" y="0"/>
          <a:chExt cx="0" cy="0"/>
        </a:xfrm>
      </p:grpSpPr>
      <p:pic>
        <p:nvPicPr>
          <p:cNvPr id="8" name="Grafik 7">
            <a:extLst>
              <a:ext uri="{FF2B5EF4-FFF2-40B4-BE49-F238E27FC236}">
                <a16:creationId xmlns:a16="http://schemas.microsoft.com/office/drawing/2014/main" id="{89214D28-47CE-703F-EF5E-4729F6107CC9}"/>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211784" y="260100"/>
            <a:ext cx="720000" cy="720000"/>
          </a:xfrm>
          <a:prstGeom prst="rect">
            <a:avLst/>
          </a:prstGeom>
        </p:spPr>
      </p:pic>
      <p:pic>
        <p:nvPicPr>
          <p:cNvPr id="2" name="Grafik 1">
            <a:extLst>
              <a:ext uri="{FF2B5EF4-FFF2-40B4-BE49-F238E27FC236}">
                <a16:creationId xmlns:a16="http://schemas.microsoft.com/office/drawing/2014/main" id="{939ACF4B-FCBA-CA3B-1304-770EA840275B}"/>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211784" y="260100"/>
            <a:ext cx="720000" cy="720000"/>
          </a:xfrm>
          <a:prstGeom prst="rect">
            <a:avLst/>
          </a:prstGeom>
        </p:spPr>
      </p:pic>
      <p:sp>
        <p:nvSpPr>
          <p:cNvPr id="12" name="Datumsplatzhalter 11">
            <a:extLst>
              <a:ext uri="{FF2B5EF4-FFF2-40B4-BE49-F238E27FC236}">
                <a16:creationId xmlns:a16="http://schemas.microsoft.com/office/drawing/2014/main" id="{251CD2C7-DCE5-7441-9D8C-6916161CC811}"/>
              </a:ext>
            </a:extLst>
          </p:cNvPr>
          <p:cNvSpPr>
            <a:spLocks noGrp="1"/>
          </p:cNvSpPr>
          <p:nvPr>
            <p:ph type="dt" sz="half" idx="20"/>
          </p:nvPr>
        </p:nvSpPr>
        <p:spPr>
          <a:xfrm>
            <a:off x="818403" y="6434257"/>
            <a:ext cx="981075" cy="365125"/>
          </a:xfrm>
        </p:spPr>
        <p:txBody>
          <a:bodyPr/>
          <a:lstStyle/>
          <a:p>
            <a:fld id="{4DDB5538-DA78-4C2C-BF6B-9485BBAF1D80}" type="datetimeFigureOut">
              <a:rPr lang="en-US" smtClean="0"/>
              <a:t>10/14/2025</a:t>
            </a:fld>
            <a:endParaRPr lang="en-US"/>
          </a:p>
        </p:txBody>
      </p:sp>
      <p:sp>
        <p:nvSpPr>
          <p:cNvPr id="13" name="Fußzeilenplatzhalter 16">
            <a:extLst>
              <a:ext uri="{FF2B5EF4-FFF2-40B4-BE49-F238E27FC236}">
                <a16:creationId xmlns:a16="http://schemas.microsoft.com/office/drawing/2014/main" id="{17506149-14B6-7E4F-9BEF-5F3ABF17D02A}"/>
              </a:ext>
            </a:extLst>
          </p:cNvPr>
          <p:cNvSpPr>
            <a:spLocks noGrp="1"/>
          </p:cNvSpPr>
          <p:nvPr>
            <p:ph type="ftr" sz="quarter" idx="15"/>
          </p:nvPr>
        </p:nvSpPr>
        <p:spPr>
          <a:xfrm>
            <a:off x="1972067" y="6434257"/>
            <a:ext cx="5924158" cy="365125"/>
          </a:xfrm>
        </p:spPr>
        <p:txBody>
          <a:bodyPr/>
          <a:lstStyle/>
          <a:p>
            <a:endParaRPr lang="en-US"/>
          </a:p>
        </p:txBody>
      </p:sp>
      <p:sp>
        <p:nvSpPr>
          <p:cNvPr id="15" name="Foliennummernplatzhalter 18">
            <a:extLst>
              <a:ext uri="{FF2B5EF4-FFF2-40B4-BE49-F238E27FC236}">
                <a16:creationId xmlns:a16="http://schemas.microsoft.com/office/drawing/2014/main" id="{C89A0A17-80EE-194A-B1EA-6215E397379F}"/>
              </a:ext>
            </a:extLst>
          </p:cNvPr>
          <p:cNvSpPr>
            <a:spLocks noGrp="1"/>
          </p:cNvSpPr>
          <p:nvPr>
            <p:ph type="sldNum" sz="quarter" idx="16"/>
          </p:nvPr>
        </p:nvSpPr>
        <p:spPr>
          <a:xfrm>
            <a:off x="11531078" y="6417445"/>
            <a:ext cx="487680" cy="398749"/>
          </a:xfrm>
        </p:spPr>
        <p:txBody>
          <a:bodyPr/>
          <a:lstStyle/>
          <a:p>
            <a:fld id="{81561042-0DC2-4A04-AA50-F6D44EB20EBA}" type="slidenum">
              <a:rPr lang="en-US" smtClean="0"/>
              <a:t>‹#›</a:t>
            </a:fld>
            <a:endParaRPr lang="en-US"/>
          </a:p>
        </p:txBody>
      </p:sp>
      <p:sp>
        <p:nvSpPr>
          <p:cNvPr id="5" name="Titel 4">
            <a:extLst>
              <a:ext uri="{FF2B5EF4-FFF2-40B4-BE49-F238E27FC236}">
                <a16:creationId xmlns:a16="http://schemas.microsoft.com/office/drawing/2014/main" id="{79B53E66-39E7-DB6F-DA2B-0CED6AB65329}"/>
              </a:ext>
            </a:extLst>
          </p:cNvPr>
          <p:cNvSpPr>
            <a:spLocks noGrp="1"/>
          </p:cNvSpPr>
          <p:nvPr>
            <p:ph type="title"/>
          </p:nvPr>
        </p:nvSpPr>
        <p:spPr>
          <a:xfrm>
            <a:off x="1019172" y="595109"/>
            <a:ext cx="8265600" cy="779255"/>
          </a:xfrm>
        </p:spPr>
        <p:txBody>
          <a:bodyPr/>
          <a:lstStyle/>
          <a:p>
            <a:r>
              <a:rPr lang="en-US"/>
              <a:t>Click to edit Master title style</a:t>
            </a:r>
            <a:endParaRPr lang="de-DE"/>
          </a:p>
        </p:txBody>
      </p:sp>
      <p:sp>
        <p:nvSpPr>
          <p:cNvPr id="10" name="Textplatzhalter 9">
            <a:extLst>
              <a:ext uri="{FF2B5EF4-FFF2-40B4-BE49-F238E27FC236}">
                <a16:creationId xmlns:a16="http://schemas.microsoft.com/office/drawing/2014/main" id="{3E07C939-41A1-D2D2-C629-787035D6F6EE}"/>
              </a:ext>
            </a:extLst>
          </p:cNvPr>
          <p:cNvSpPr>
            <a:spLocks noGrp="1"/>
          </p:cNvSpPr>
          <p:nvPr>
            <p:ph type="body" sz="quarter" idx="21"/>
          </p:nvPr>
        </p:nvSpPr>
        <p:spPr>
          <a:xfrm>
            <a:off x="1019175" y="1602995"/>
            <a:ext cx="10514013" cy="4542214"/>
          </a:xfrm>
        </p:spPr>
        <p:txBody>
          <a:bodyPr numCol="2" spcCol="36000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dirty="0"/>
          </a:p>
        </p:txBody>
      </p:sp>
    </p:spTree>
    <p:extLst>
      <p:ext uri="{BB962C8B-B14F-4D97-AF65-F5344CB8AC3E}">
        <p14:creationId xmlns:p14="http://schemas.microsoft.com/office/powerpoint/2010/main" val="11314429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Text dreispaltig">
    <p:spTree>
      <p:nvGrpSpPr>
        <p:cNvPr id="1" name=""/>
        <p:cNvGrpSpPr/>
        <p:nvPr/>
      </p:nvGrpSpPr>
      <p:grpSpPr>
        <a:xfrm>
          <a:off x="0" y="0"/>
          <a:ext cx="0" cy="0"/>
          <a:chOff x="0" y="0"/>
          <a:chExt cx="0" cy="0"/>
        </a:xfrm>
      </p:grpSpPr>
      <p:pic>
        <p:nvPicPr>
          <p:cNvPr id="8" name="Grafik 7">
            <a:extLst>
              <a:ext uri="{FF2B5EF4-FFF2-40B4-BE49-F238E27FC236}">
                <a16:creationId xmlns:a16="http://schemas.microsoft.com/office/drawing/2014/main" id="{89214D28-47CE-703F-EF5E-4729F6107CC9}"/>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211784" y="260100"/>
            <a:ext cx="720000" cy="720000"/>
          </a:xfrm>
          <a:prstGeom prst="rect">
            <a:avLst/>
          </a:prstGeom>
        </p:spPr>
      </p:pic>
      <p:pic>
        <p:nvPicPr>
          <p:cNvPr id="2" name="Grafik 1">
            <a:extLst>
              <a:ext uri="{FF2B5EF4-FFF2-40B4-BE49-F238E27FC236}">
                <a16:creationId xmlns:a16="http://schemas.microsoft.com/office/drawing/2014/main" id="{939ACF4B-FCBA-CA3B-1304-770EA840275B}"/>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211784" y="260100"/>
            <a:ext cx="720000" cy="720000"/>
          </a:xfrm>
          <a:prstGeom prst="rect">
            <a:avLst/>
          </a:prstGeom>
        </p:spPr>
      </p:pic>
      <p:sp>
        <p:nvSpPr>
          <p:cNvPr id="12" name="Datumsplatzhalter 11">
            <a:extLst>
              <a:ext uri="{FF2B5EF4-FFF2-40B4-BE49-F238E27FC236}">
                <a16:creationId xmlns:a16="http://schemas.microsoft.com/office/drawing/2014/main" id="{B92C76DE-904A-4541-B2A9-02109BEA3B7E}"/>
              </a:ext>
            </a:extLst>
          </p:cNvPr>
          <p:cNvSpPr>
            <a:spLocks noGrp="1"/>
          </p:cNvSpPr>
          <p:nvPr>
            <p:ph type="dt" sz="half" idx="20"/>
          </p:nvPr>
        </p:nvSpPr>
        <p:spPr>
          <a:xfrm>
            <a:off x="818403" y="6434257"/>
            <a:ext cx="981075" cy="365125"/>
          </a:xfrm>
        </p:spPr>
        <p:txBody>
          <a:bodyPr/>
          <a:lstStyle/>
          <a:p>
            <a:fld id="{4DDB5538-DA78-4C2C-BF6B-9485BBAF1D80}" type="datetimeFigureOut">
              <a:rPr lang="en-US" smtClean="0"/>
              <a:t>10/14/2025</a:t>
            </a:fld>
            <a:endParaRPr lang="en-US"/>
          </a:p>
        </p:txBody>
      </p:sp>
      <p:sp>
        <p:nvSpPr>
          <p:cNvPr id="13" name="Fußzeilenplatzhalter 16">
            <a:extLst>
              <a:ext uri="{FF2B5EF4-FFF2-40B4-BE49-F238E27FC236}">
                <a16:creationId xmlns:a16="http://schemas.microsoft.com/office/drawing/2014/main" id="{AAA81FBE-53BF-8B45-AF62-2198967092EF}"/>
              </a:ext>
            </a:extLst>
          </p:cNvPr>
          <p:cNvSpPr>
            <a:spLocks noGrp="1"/>
          </p:cNvSpPr>
          <p:nvPr>
            <p:ph type="ftr" sz="quarter" idx="15"/>
          </p:nvPr>
        </p:nvSpPr>
        <p:spPr>
          <a:xfrm>
            <a:off x="1972067" y="6434257"/>
            <a:ext cx="5924158" cy="365125"/>
          </a:xfrm>
        </p:spPr>
        <p:txBody>
          <a:bodyPr/>
          <a:lstStyle/>
          <a:p>
            <a:endParaRPr lang="en-US"/>
          </a:p>
        </p:txBody>
      </p:sp>
      <p:sp>
        <p:nvSpPr>
          <p:cNvPr id="15" name="Foliennummernplatzhalter 18">
            <a:extLst>
              <a:ext uri="{FF2B5EF4-FFF2-40B4-BE49-F238E27FC236}">
                <a16:creationId xmlns:a16="http://schemas.microsoft.com/office/drawing/2014/main" id="{3AB3A4D0-AB52-3546-B9BA-C7D5F8ECCBAD}"/>
              </a:ext>
            </a:extLst>
          </p:cNvPr>
          <p:cNvSpPr>
            <a:spLocks noGrp="1"/>
          </p:cNvSpPr>
          <p:nvPr>
            <p:ph type="sldNum" sz="quarter" idx="16"/>
          </p:nvPr>
        </p:nvSpPr>
        <p:spPr>
          <a:xfrm>
            <a:off x="11531078" y="6417445"/>
            <a:ext cx="487680" cy="398749"/>
          </a:xfrm>
        </p:spPr>
        <p:txBody>
          <a:bodyPr/>
          <a:lstStyle/>
          <a:p>
            <a:fld id="{81561042-0DC2-4A04-AA50-F6D44EB20EBA}" type="slidenum">
              <a:rPr lang="en-US" smtClean="0"/>
              <a:t>‹#›</a:t>
            </a:fld>
            <a:endParaRPr lang="en-US"/>
          </a:p>
        </p:txBody>
      </p:sp>
      <p:sp>
        <p:nvSpPr>
          <p:cNvPr id="9" name="Titel 2">
            <a:extLst>
              <a:ext uri="{FF2B5EF4-FFF2-40B4-BE49-F238E27FC236}">
                <a16:creationId xmlns:a16="http://schemas.microsoft.com/office/drawing/2014/main" id="{FDB31CF3-5426-6946-B853-C28D59732B7B}"/>
              </a:ext>
            </a:extLst>
          </p:cNvPr>
          <p:cNvSpPr>
            <a:spLocks noGrp="1"/>
          </p:cNvSpPr>
          <p:nvPr>
            <p:ph type="title"/>
          </p:nvPr>
        </p:nvSpPr>
        <p:spPr>
          <a:xfrm>
            <a:off x="1018800" y="595109"/>
            <a:ext cx="8801100" cy="779261"/>
          </a:xfrm>
        </p:spPr>
        <p:txBody>
          <a:bodyPr>
            <a:normAutofit/>
          </a:bodyPr>
          <a:lstStyle>
            <a:lvl1pPr>
              <a:lnSpc>
                <a:spcPts val="2600"/>
              </a:lnSpc>
              <a:defRPr sz="2200"/>
            </a:lvl1pPr>
          </a:lstStyle>
          <a:p>
            <a:r>
              <a:rPr lang="en-US"/>
              <a:t>Click to edit Master title style</a:t>
            </a:r>
            <a:endParaRPr lang="de-DE" dirty="0"/>
          </a:p>
        </p:txBody>
      </p:sp>
      <p:sp>
        <p:nvSpPr>
          <p:cNvPr id="5" name="Textplatzhalter 4">
            <a:extLst>
              <a:ext uri="{FF2B5EF4-FFF2-40B4-BE49-F238E27FC236}">
                <a16:creationId xmlns:a16="http://schemas.microsoft.com/office/drawing/2014/main" id="{0F267AF4-81A3-E22E-2B21-A0B9E1BCC2E2}"/>
              </a:ext>
            </a:extLst>
          </p:cNvPr>
          <p:cNvSpPr>
            <a:spLocks noGrp="1"/>
          </p:cNvSpPr>
          <p:nvPr>
            <p:ph type="body" sz="quarter" idx="21"/>
          </p:nvPr>
        </p:nvSpPr>
        <p:spPr>
          <a:xfrm>
            <a:off x="1019175" y="1602997"/>
            <a:ext cx="10514013" cy="4542207"/>
          </a:xfrm>
        </p:spPr>
        <p:txBody>
          <a:bodyPr numCol="3" spcCol="36000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Tree>
    <p:extLst>
      <p:ext uri="{BB962C8B-B14F-4D97-AF65-F5344CB8AC3E}">
        <p14:creationId xmlns:p14="http://schemas.microsoft.com/office/powerpoint/2010/main" val="10549591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Topics">
    <p:spTree>
      <p:nvGrpSpPr>
        <p:cNvPr id="1" name=""/>
        <p:cNvGrpSpPr/>
        <p:nvPr/>
      </p:nvGrpSpPr>
      <p:grpSpPr>
        <a:xfrm>
          <a:off x="0" y="0"/>
          <a:ext cx="0" cy="0"/>
          <a:chOff x="0" y="0"/>
          <a:chExt cx="0" cy="0"/>
        </a:xfrm>
      </p:grpSpPr>
      <p:pic>
        <p:nvPicPr>
          <p:cNvPr id="6" name="Grafik 5">
            <a:extLst>
              <a:ext uri="{FF2B5EF4-FFF2-40B4-BE49-F238E27FC236}">
                <a16:creationId xmlns:a16="http://schemas.microsoft.com/office/drawing/2014/main" id="{0F4E3504-8807-AAC3-3BB5-592E1C1D6A61}"/>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211784" y="260100"/>
            <a:ext cx="720000" cy="720000"/>
          </a:xfrm>
          <a:prstGeom prst="rect">
            <a:avLst/>
          </a:prstGeom>
        </p:spPr>
      </p:pic>
      <p:sp>
        <p:nvSpPr>
          <p:cNvPr id="10" name="Textplatzhalter 9">
            <a:extLst>
              <a:ext uri="{FF2B5EF4-FFF2-40B4-BE49-F238E27FC236}">
                <a16:creationId xmlns:a16="http://schemas.microsoft.com/office/drawing/2014/main" id="{0F18EFDA-BA95-A077-1585-972EF2B7CBF3}"/>
              </a:ext>
            </a:extLst>
          </p:cNvPr>
          <p:cNvSpPr>
            <a:spLocks noGrp="1"/>
          </p:cNvSpPr>
          <p:nvPr>
            <p:ph type="body" sz="quarter" idx="13" hasCustomPrompt="1"/>
          </p:nvPr>
        </p:nvSpPr>
        <p:spPr>
          <a:xfrm>
            <a:off x="474663" y="2024063"/>
            <a:ext cx="3600000" cy="655637"/>
          </a:xfrm>
          <a:solidFill>
            <a:schemeClr val="accent2"/>
          </a:solidFill>
        </p:spPr>
        <p:txBody>
          <a:bodyPr anchor="ctr">
            <a:noAutofit/>
          </a:bodyPr>
          <a:lstStyle>
            <a:lvl1pPr algn="ctr">
              <a:lnSpc>
                <a:spcPts val="2800"/>
              </a:lnSpc>
              <a:spcAft>
                <a:spcPts val="0"/>
              </a:spcAft>
              <a:buFontTx/>
              <a:buNone/>
              <a:defRPr sz="2000">
                <a:solidFill>
                  <a:schemeClr val="bg2"/>
                </a:solidFill>
              </a:defRPr>
            </a:lvl1pPr>
            <a:lvl2pPr algn="ctr">
              <a:lnSpc>
                <a:spcPts val="2800"/>
              </a:lnSpc>
              <a:spcAft>
                <a:spcPts val="0"/>
              </a:spcAft>
              <a:buFontTx/>
              <a:buNone/>
              <a:defRPr sz="2000">
                <a:solidFill>
                  <a:schemeClr val="bg2"/>
                </a:solidFill>
              </a:defRPr>
            </a:lvl2pPr>
            <a:lvl3pPr marL="0" indent="0" algn="ctr">
              <a:lnSpc>
                <a:spcPts val="2800"/>
              </a:lnSpc>
              <a:spcAft>
                <a:spcPts val="0"/>
              </a:spcAft>
              <a:buFontTx/>
              <a:buNone/>
              <a:defRPr sz="2000">
                <a:solidFill>
                  <a:schemeClr val="bg2"/>
                </a:solidFill>
              </a:defRPr>
            </a:lvl3pPr>
            <a:lvl4pPr algn="ctr">
              <a:lnSpc>
                <a:spcPts val="2800"/>
              </a:lnSpc>
              <a:spcAft>
                <a:spcPts val="0"/>
              </a:spcAft>
              <a:buFontTx/>
              <a:buNone/>
              <a:defRPr sz="2000">
                <a:solidFill>
                  <a:schemeClr val="bg2"/>
                </a:solidFill>
              </a:defRPr>
            </a:lvl4pPr>
            <a:lvl5pPr algn="ctr">
              <a:lnSpc>
                <a:spcPts val="2800"/>
              </a:lnSpc>
              <a:spcAft>
                <a:spcPts val="0"/>
              </a:spcAft>
              <a:buFontTx/>
              <a:buNone/>
              <a:defRPr sz="2000">
                <a:solidFill>
                  <a:schemeClr val="bg2"/>
                </a:solidFill>
              </a:defRPr>
            </a:lvl5pPr>
          </a:lstStyle>
          <a:p>
            <a:pPr lvl="0"/>
            <a:r>
              <a:rPr lang="de-DE" dirty="0"/>
              <a:t>Topic eingeben</a:t>
            </a:r>
          </a:p>
        </p:txBody>
      </p:sp>
      <p:sp>
        <p:nvSpPr>
          <p:cNvPr id="11" name="Textplatzhalter 9">
            <a:extLst>
              <a:ext uri="{FF2B5EF4-FFF2-40B4-BE49-F238E27FC236}">
                <a16:creationId xmlns:a16="http://schemas.microsoft.com/office/drawing/2014/main" id="{15215D7C-484C-D6CE-53FC-D6717F8390A9}"/>
              </a:ext>
            </a:extLst>
          </p:cNvPr>
          <p:cNvSpPr>
            <a:spLocks noGrp="1"/>
          </p:cNvSpPr>
          <p:nvPr>
            <p:ph type="body" sz="quarter" idx="14" hasCustomPrompt="1"/>
          </p:nvPr>
        </p:nvSpPr>
        <p:spPr>
          <a:xfrm>
            <a:off x="4293394" y="2024063"/>
            <a:ext cx="3600000" cy="655637"/>
          </a:xfrm>
          <a:solidFill>
            <a:schemeClr val="accent1"/>
          </a:solidFill>
        </p:spPr>
        <p:txBody>
          <a:bodyPr anchor="ctr">
            <a:noAutofit/>
          </a:bodyPr>
          <a:lstStyle>
            <a:lvl1pPr algn="ctr">
              <a:lnSpc>
                <a:spcPts val="2800"/>
              </a:lnSpc>
              <a:spcAft>
                <a:spcPts val="0"/>
              </a:spcAft>
              <a:buFontTx/>
              <a:buNone/>
              <a:defRPr sz="2000">
                <a:solidFill>
                  <a:schemeClr val="bg2"/>
                </a:solidFill>
              </a:defRPr>
            </a:lvl1pPr>
            <a:lvl2pPr algn="ctr">
              <a:lnSpc>
                <a:spcPts val="2800"/>
              </a:lnSpc>
              <a:spcAft>
                <a:spcPts val="0"/>
              </a:spcAft>
              <a:buFontTx/>
              <a:buNone/>
              <a:defRPr sz="2000">
                <a:solidFill>
                  <a:schemeClr val="bg2"/>
                </a:solidFill>
              </a:defRPr>
            </a:lvl2pPr>
            <a:lvl3pPr marL="0" indent="0" algn="ctr">
              <a:lnSpc>
                <a:spcPts val="2800"/>
              </a:lnSpc>
              <a:spcAft>
                <a:spcPts val="0"/>
              </a:spcAft>
              <a:buFontTx/>
              <a:buNone/>
              <a:defRPr sz="2000">
                <a:solidFill>
                  <a:schemeClr val="bg2"/>
                </a:solidFill>
              </a:defRPr>
            </a:lvl3pPr>
            <a:lvl4pPr algn="ctr">
              <a:lnSpc>
                <a:spcPts val="2800"/>
              </a:lnSpc>
              <a:spcAft>
                <a:spcPts val="0"/>
              </a:spcAft>
              <a:buFontTx/>
              <a:buNone/>
              <a:defRPr sz="2000">
                <a:solidFill>
                  <a:schemeClr val="bg2"/>
                </a:solidFill>
              </a:defRPr>
            </a:lvl4pPr>
            <a:lvl5pPr algn="ctr">
              <a:lnSpc>
                <a:spcPts val="2800"/>
              </a:lnSpc>
              <a:spcAft>
                <a:spcPts val="0"/>
              </a:spcAft>
              <a:buFontTx/>
              <a:buNone/>
              <a:defRPr sz="2000">
                <a:solidFill>
                  <a:schemeClr val="bg2"/>
                </a:solidFill>
              </a:defRPr>
            </a:lvl5pPr>
          </a:lstStyle>
          <a:p>
            <a:pPr lvl="0"/>
            <a:r>
              <a:rPr lang="de-DE" dirty="0"/>
              <a:t>Topic eingeben</a:t>
            </a:r>
          </a:p>
        </p:txBody>
      </p:sp>
      <p:sp>
        <p:nvSpPr>
          <p:cNvPr id="12" name="Textplatzhalter 9">
            <a:extLst>
              <a:ext uri="{FF2B5EF4-FFF2-40B4-BE49-F238E27FC236}">
                <a16:creationId xmlns:a16="http://schemas.microsoft.com/office/drawing/2014/main" id="{07E632AE-3E08-7ED1-5048-2468F691DC69}"/>
              </a:ext>
            </a:extLst>
          </p:cNvPr>
          <p:cNvSpPr>
            <a:spLocks noGrp="1"/>
          </p:cNvSpPr>
          <p:nvPr>
            <p:ph type="body" sz="quarter" idx="15" hasCustomPrompt="1"/>
          </p:nvPr>
        </p:nvSpPr>
        <p:spPr>
          <a:xfrm>
            <a:off x="8112125" y="2024063"/>
            <a:ext cx="3600000" cy="655637"/>
          </a:xfrm>
          <a:solidFill>
            <a:schemeClr val="accent3"/>
          </a:solidFill>
        </p:spPr>
        <p:txBody>
          <a:bodyPr anchor="ctr">
            <a:noAutofit/>
          </a:bodyPr>
          <a:lstStyle>
            <a:lvl1pPr algn="ctr">
              <a:lnSpc>
                <a:spcPts val="2800"/>
              </a:lnSpc>
              <a:spcAft>
                <a:spcPts val="0"/>
              </a:spcAft>
              <a:buFontTx/>
              <a:buNone/>
              <a:defRPr sz="2000">
                <a:solidFill>
                  <a:schemeClr val="bg2"/>
                </a:solidFill>
              </a:defRPr>
            </a:lvl1pPr>
            <a:lvl2pPr algn="ctr">
              <a:lnSpc>
                <a:spcPts val="2800"/>
              </a:lnSpc>
              <a:spcAft>
                <a:spcPts val="0"/>
              </a:spcAft>
              <a:buFontTx/>
              <a:buNone/>
              <a:defRPr sz="2000">
                <a:solidFill>
                  <a:schemeClr val="bg2"/>
                </a:solidFill>
              </a:defRPr>
            </a:lvl2pPr>
            <a:lvl3pPr marL="0" indent="0" algn="ctr">
              <a:lnSpc>
                <a:spcPts val="2800"/>
              </a:lnSpc>
              <a:spcAft>
                <a:spcPts val="0"/>
              </a:spcAft>
              <a:buFontTx/>
              <a:buNone/>
              <a:defRPr sz="2000">
                <a:solidFill>
                  <a:schemeClr val="bg2"/>
                </a:solidFill>
              </a:defRPr>
            </a:lvl3pPr>
            <a:lvl4pPr algn="ctr">
              <a:lnSpc>
                <a:spcPts val="2800"/>
              </a:lnSpc>
              <a:spcAft>
                <a:spcPts val="0"/>
              </a:spcAft>
              <a:buFontTx/>
              <a:buNone/>
              <a:defRPr sz="2000">
                <a:solidFill>
                  <a:schemeClr val="bg2"/>
                </a:solidFill>
              </a:defRPr>
            </a:lvl4pPr>
            <a:lvl5pPr algn="ctr">
              <a:lnSpc>
                <a:spcPts val="2800"/>
              </a:lnSpc>
              <a:spcAft>
                <a:spcPts val="0"/>
              </a:spcAft>
              <a:buFontTx/>
              <a:buNone/>
              <a:defRPr sz="2000">
                <a:solidFill>
                  <a:schemeClr val="bg2"/>
                </a:solidFill>
              </a:defRPr>
            </a:lvl5pPr>
          </a:lstStyle>
          <a:p>
            <a:pPr lvl="0"/>
            <a:r>
              <a:rPr lang="de-DE" dirty="0"/>
              <a:t>Topic eingeben</a:t>
            </a:r>
          </a:p>
        </p:txBody>
      </p:sp>
      <p:sp>
        <p:nvSpPr>
          <p:cNvPr id="14" name="Textplatzhalter 13">
            <a:extLst>
              <a:ext uri="{FF2B5EF4-FFF2-40B4-BE49-F238E27FC236}">
                <a16:creationId xmlns:a16="http://schemas.microsoft.com/office/drawing/2014/main" id="{329BCF30-E90C-6A24-1621-4B7BB05CD735}"/>
              </a:ext>
            </a:extLst>
          </p:cNvPr>
          <p:cNvSpPr>
            <a:spLocks noGrp="1"/>
          </p:cNvSpPr>
          <p:nvPr>
            <p:ph type="body" sz="quarter" idx="16" hasCustomPrompt="1"/>
          </p:nvPr>
        </p:nvSpPr>
        <p:spPr>
          <a:xfrm>
            <a:off x="474213" y="2679700"/>
            <a:ext cx="3600450" cy="3694113"/>
          </a:xfrm>
          <a:solidFill>
            <a:schemeClr val="accent4"/>
          </a:solidFill>
        </p:spPr>
        <p:txBody>
          <a:bodyPr lIns="180000" tIns="144000" rIns="180000" bIns="144000">
            <a:noAutofit/>
          </a:bodyPr>
          <a:lstStyle>
            <a:lvl1pPr marL="0" indent="0">
              <a:lnSpc>
                <a:spcPts val="2200"/>
              </a:lnSpc>
              <a:spcAft>
                <a:spcPts val="0"/>
              </a:spcAft>
              <a:buFont typeface="Arial" panose="020B0604020202020204" pitchFamily="34" charset="0"/>
              <a:buNone/>
              <a:defRPr sz="1600" b="1"/>
            </a:lvl1pPr>
            <a:lvl2pPr marL="0" indent="0">
              <a:lnSpc>
                <a:spcPts val="2200"/>
              </a:lnSpc>
              <a:spcAft>
                <a:spcPts val="2200"/>
              </a:spcAft>
              <a:buFont typeface="Arial" panose="020B0604020202020204" pitchFamily="34" charset="0"/>
              <a:buNone/>
              <a:defRPr sz="1600"/>
            </a:lvl2pPr>
            <a:lvl3pPr marL="0" indent="0">
              <a:lnSpc>
                <a:spcPts val="2200"/>
              </a:lnSpc>
              <a:spcAft>
                <a:spcPts val="0"/>
              </a:spcAft>
              <a:buNone/>
              <a:defRPr sz="1600"/>
            </a:lvl3pPr>
            <a:lvl4pPr marL="0" indent="0">
              <a:lnSpc>
                <a:spcPts val="2200"/>
              </a:lnSpc>
              <a:spcAft>
                <a:spcPts val="0"/>
              </a:spcAft>
              <a:buFont typeface="Arial" panose="020B0604020202020204" pitchFamily="34" charset="0"/>
              <a:buNone/>
              <a:defRPr sz="1600"/>
            </a:lvl4pPr>
            <a:lvl5pPr marL="0" indent="0">
              <a:lnSpc>
                <a:spcPts val="2200"/>
              </a:lnSpc>
              <a:spcAft>
                <a:spcPts val="0"/>
              </a:spcAft>
              <a:buFont typeface="Arial" panose="020B0604020202020204" pitchFamily="34" charset="0"/>
              <a:buNone/>
              <a:defRPr sz="1600"/>
            </a:lvl5pPr>
          </a:lstStyle>
          <a:p>
            <a:pPr lvl="0"/>
            <a:r>
              <a:rPr lang="de-DE" dirty="0"/>
              <a:t>Formatvorlagen des Textmasters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15" name="Textplatzhalter 13">
            <a:extLst>
              <a:ext uri="{FF2B5EF4-FFF2-40B4-BE49-F238E27FC236}">
                <a16:creationId xmlns:a16="http://schemas.microsoft.com/office/drawing/2014/main" id="{6AC3EE7C-AB72-A877-55A3-92C1B359764F}"/>
              </a:ext>
            </a:extLst>
          </p:cNvPr>
          <p:cNvSpPr>
            <a:spLocks noGrp="1"/>
          </p:cNvSpPr>
          <p:nvPr>
            <p:ph type="body" sz="quarter" idx="17" hasCustomPrompt="1"/>
          </p:nvPr>
        </p:nvSpPr>
        <p:spPr>
          <a:xfrm>
            <a:off x="4292944" y="2679700"/>
            <a:ext cx="3600450" cy="3694113"/>
          </a:xfrm>
          <a:solidFill>
            <a:schemeClr val="accent4"/>
          </a:solidFill>
        </p:spPr>
        <p:txBody>
          <a:bodyPr lIns="180000" tIns="144000" rIns="180000" bIns="144000">
            <a:noAutofit/>
          </a:bodyPr>
          <a:lstStyle>
            <a:lvl1pPr marL="0" indent="0">
              <a:lnSpc>
                <a:spcPts val="2200"/>
              </a:lnSpc>
              <a:spcAft>
                <a:spcPts val="0"/>
              </a:spcAft>
              <a:buFont typeface="Arial" panose="020B0604020202020204" pitchFamily="34" charset="0"/>
              <a:buNone/>
              <a:defRPr sz="1600" b="1"/>
            </a:lvl1pPr>
            <a:lvl2pPr marL="0" indent="0">
              <a:lnSpc>
                <a:spcPts val="2200"/>
              </a:lnSpc>
              <a:spcAft>
                <a:spcPts val="2200"/>
              </a:spcAft>
              <a:buFont typeface="Arial" panose="020B0604020202020204" pitchFamily="34" charset="0"/>
              <a:buNone/>
              <a:defRPr sz="1600"/>
            </a:lvl2pPr>
            <a:lvl3pPr marL="0" indent="0">
              <a:lnSpc>
                <a:spcPts val="2200"/>
              </a:lnSpc>
              <a:spcAft>
                <a:spcPts val="0"/>
              </a:spcAft>
              <a:buNone/>
              <a:defRPr sz="1600"/>
            </a:lvl3pPr>
            <a:lvl4pPr marL="0" indent="0">
              <a:lnSpc>
                <a:spcPts val="2200"/>
              </a:lnSpc>
              <a:spcAft>
                <a:spcPts val="0"/>
              </a:spcAft>
              <a:buFont typeface="Arial" panose="020B0604020202020204" pitchFamily="34" charset="0"/>
              <a:buNone/>
              <a:defRPr sz="1600"/>
            </a:lvl4pPr>
            <a:lvl5pPr marL="0" indent="0">
              <a:lnSpc>
                <a:spcPts val="2200"/>
              </a:lnSpc>
              <a:spcAft>
                <a:spcPts val="0"/>
              </a:spcAft>
              <a:buFont typeface="Arial" panose="020B0604020202020204" pitchFamily="34" charset="0"/>
              <a:buNone/>
              <a:defRPr sz="1600"/>
            </a:lvl5pPr>
          </a:lstStyle>
          <a:p>
            <a:pPr lvl="0"/>
            <a:r>
              <a:rPr lang="de-DE"/>
              <a:t>Formatvorlagen des Textmasters bearbeiten</a:t>
            </a:r>
          </a:p>
          <a:p>
            <a:pPr lvl="1"/>
            <a:r>
              <a:rPr lang="de-DE"/>
              <a:t>Zweite Ebene</a:t>
            </a:r>
          </a:p>
          <a:p>
            <a:pPr lvl="2"/>
            <a:r>
              <a:rPr lang="de-DE"/>
              <a:t>Dritte Ebene</a:t>
            </a:r>
          </a:p>
          <a:p>
            <a:pPr lvl="3"/>
            <a:r>
              <a:rPr lang="de-DE"/>
              <a:t>Vierte Ebene</a:t>
            </a:r>
          </a:p>
          <a:p>
            <a:pPr lvl="4"/>
            <a:r>
              <a:rPr lang="de-DE"/>
              <a:t>Fünfte Ebene</a:t>
            </a:r>
            <a:endParaRPr lang="de-DE" dirty="0"/>
          </a:p>
        </p:txBody>
      </p:sp>
      <p:sp>
        <p:nvSpPr>
          <p:cNvPr id="16" name="Textplatzhalter 13">
            <a:extLst>
              <a:ext uri="{FF2B5EF4-FFF2-40B4-BE49-F238E27FC236}">
                <a16:creationId xmlns:a16="http://schemas.microsoft.com/office/drawing/2014/main" id="{DE627DA0-3C16-2C03-EDF7-EFA79FD345F3}"/>
              </a:ext>
            </a:extLst>
          </p:cNvPr>
          <p:cNvSpPr>
            <a:spLocks noGrp="1"/>
          </p:cNvSpPr>
          <p:nvPr>
            <p:ph type="body" sz="quarter" idx="18" hasCustomPrompt="1"/>
          </p:nvPr>
        </p:nvSpPr>
        <p:spPr>
          <a:xfrm>
            <a:off x="8111675" y="2679700"/>
            <a:ext cx="3600450" cy="3694113"/>
          </a:xfrm>
          <a:solidFill>
            <a:schemeClr val="accent4"/>
          </a:solidFill>
        </p:spPr>
        <p:txBody>
          <a:bodyPr lIns="180000" tIns="144000" rIns="180000" bIns="144000">
            <a:noAutofit/>
          </a:bodyPr>
          <a:lstStyle>
            <a:lvl1pPr marL="0" indent="0">
              <a:lnSpc>
                <a:spcPts val="2200"/>
              </a:lnSpc>
              <a:spcAft>
                <a:spcPts val="0"/>
              </a:spcAft>
              <a:buFont typeface="Arial" panose="020B0604020202020204" pitchFamily="34" charset="0"/>
              <a:buNone/>
              <a:defRPr sz="1600" b="1"/>
            </a:lvl1pPr>
            <a:lvl2pPr marL="0" indent="0">
              <a:lnSpc>
                <a:spcPts val="2200"/>
              </a:lnSpc>
              <a:spcAft>
                <a:spcPts val="2200"/>
              </a:spcAft>
              <a:buFont typeface="Arial" panose="020B0604020202020204" pitchFamily="34" charset="0"/>
              <a:buNone/>
              <a:defRPr sz="1600"/>
            </a:lvl2pPr>
            <a:lvl3pPr marL="0" indent="0">
              <a:lnSpc>
                <a:spcPts val="2200"/>
              </a:lnSpc>
              <a:spcAft>
                <a:spcPts val="0"/>
              </a:spcAft>
              <a:buNone/>
              <a:defRPr sz="1600"/>
            </a:lvl3pPr>
            <a:lvl4pPr marL="0" indent="0">
              <a:lnSpc>
                <a:spcPts val="2200"/>
              </a:lnSpc>
              <a:spcAft>
                <a:spcPts val="0"/>
              </a:spcAft>
              <a:buFont typeface="Arial" panose="020B0604020202020204" pitchFamily="34" charset="0"/>
              <a:buNone/>
              <a:defRPr sz="1600"/>
            </a:lvl4pPr>
            <a:lvl5pPr marL="0" indent="0">
              <a:lnSpc>
                <a:spcPts val="2200"/>
              </a:lnSpc>
              <a:spcAft>
                <a:spcPts val="0"/>
              </a:spcAft>
              <a:buFont typeface="Arial" panose="020B0604020202020204" pitchFamily="34" charset="0"/>
              <a:buNone/>
              <a:defRPr sz="1600"/>
            </a:lvl5pPr>
          </a:lstStyle>
          <a:p>
            <a:pPr lvl="0"/>
            <a:r>
              <a:rPr lang="de-DE"/>
              <a:t>Formatvorlagen des Textmasters bearbeiten</a:t>
            </a:r>
          </a:p>
          <a:p>
            <a:pPr lvl="1"/>
            <a:r>
              <a:rPr lang="de-DE"/>
              <a:t>Zweite Ebene</a:t>
            </a:r>
          </a:p>
          <a:p>
            <a:pPr lvl="2"/>
            <a:r>
              <a:rPr lang="de-DE"/>
              <a:t>Dritte Ebene</a:t>
            </a:r>
          </a:p>
          <a:p>
            <a:pPr lvl="3"/>
            <a:r>
              <a:rPr lang="de-DE"/>
              <a:t>Vierte Ebene</a:t>
            </a:r>
          </a:p>
          <a:p>
            <a:pPr lvl="4"/>
            <a:r>
              <a:rPr lang="de-DE"/>
              <a:t>Fünfte Ebene</a:t>
            </a:r>
            <a:endParaRPr lang="de-DE" dirty="0"/>
          </a:p>
        </p:txBody>
      </p:sp>
      <p:sp>
        <p:nvSpPr>
          <p:cNvPr id="21" name="Datumsplatzhalter 11">
            <a:extLst>
              <a:ext uri="{FF2B5EF4-FFF2-40B4-BE49-F238E27FC236}">
                <a16:creationId xmlns:a16="http://schemas.microsoft.com/office/drawing/2014/main" id="{50B39508-8F42-E940-894C-330134D059D5}"/>
              </a:ext>
            </a:extLst>
          </p:cNvPr>
          <p:cNvSpPr>
            <a:spLocks noGrp="1"/>
          </p:cNvSpPr>
          <p:nvPr>
            <p:ph type="dt" sz="half" idx="20"/>
          </p:nvPr>
        </p:nvSpPr>
        <p:spPr>
          <a:xfrm>
            <a:off x="818403" y="6434257"/>
            <a:ext cx="981075" cy="365125"/>
          </a:xfrm>
        </p:spPr>
        <p:txBody>
          <a:bodyPr/>
          <a:lstStyle/>
          <a:p>
            <a:fld id="{4DDB5538-DA78-4C2C-BF6B-9485BBAF1D80}" type="datetimeFigureOut">
              <a:rPr lang="en-US" smtClean="0"/>
              <a:t>10/14/2025</a:t>
            </a:fld>
            <a:endParaRPr lang="en-US"/>
          </a:p>
        </p:txBody>
      </p:sp>
      <p:sp>
        <p:nvSpPr>
          <p:cNvPr id="22" name="Fußzeilenplatzhalter 16">
            <a:extLst>
              <a:ext uri="{FF2B5EF4-FFF2-40B4-BE49-F238E27FC236}">
                <a16:creationId xmlns:a16="http://schemas.microsoft.com/office/drawing/2014/main" id="{A7A09A9A-36B6-D348-A67D-8028AB5A1F07}"/>
              </a:ext>
            </a:extLst>
          </p:cNvPr>
          <p:cNvSpPr>
            <a:spLocks noGrp="1"/>
          </p:cNvSpPr>
          <p:nvPr>
            <p:ph type="ftr" sz="quarter" idx="21"/>
          </p:nvPr>
        </p:nvSpPr>
        <p:spPr>
          <a:xfrm>
            <a:off x="1972067" y="6434257"/>
            <a:ext cx="5924158" cy="365125"/>
          </a:xfrm>
        </p:spPr>
        <p:txBody>
          <a:bodyPr/>
          <a:lstStyle/>
          <a:p>
            <a:endParaRPr lang="en-US"/>
          </a:p>
        </p:txBody>
      </p:sp>
      <p:sp>
        <p:nvSpPr>
          <p:cNvPr id="23" name="Foliennummernplatzhalter 18">
            <a:extLst>
              <a:ext uri="{FF2B5EF4-FFF2-40B4-BE49-F238E27FC236}">
                <a16:creationId xmlns:a16="http://schemas.microsoft.com/office/drawing/2014/main" id="{01ED5AAF-709D-6643-8C76-C837EEB61755}"/>
              </a:ext>
            </a:extLst>
          </p:cNvPr>
          <p:cNvSpPr>
            <a:spLocks noGrp="1"/>
          </p:cNvSpPr>
          <p:nvPr>
            <p:ph type="sldNum" sz="quarter" idx="22"/>
          </p:nvPr>
        </p:nvSpPr>
        <p:spPr>
          <a:xfrm>
            <a:off x="11531078" y="6417445"/>
            <a:ext cx="487680" cy="398749"/>
          </a:xfrm>
        </p:spPr>
        <p:txBody>
          <a:bodyPr/>
          <a:lstStyle/>
          <a:p>
            <a:fld id="{81561042-0DC2-4A04-AA50-F6D44EB20EBA}" type="slidenum">
              <a:rPr lang="en-US" smtClean="0"/>
              <a:t>‹#›</a:t>
            </a:fld>
            <a:endParaRPr lang="en-US"/>
          </a:p>
        </p:txBody>
      </p:sp>
      <p:sp>
        <p:nvSpPr>
          <p:cNvPr id="3" name="Titel 2">
            <a:extLst>
              <a:ext uri="{FF2B5EF4-FFF2-40B4-BE49-F238E27FC236}">
                <a16:creationId xmlns:a16="http://schemas.microsoft.com/office/drawing/2014/main" id="{BD2E2C81-3929-20FE-90D2-E0C38A948214}"/>
              </a:ext>
            </a:extLst>
          </p:cNvPr>
          <p:cNvSpPr>
            <a:spLocks noGrp="1"/>
          </p:cNvSpPr>
          <p:nvPr>
            <p:ph type="title"/>
          </p:nvPr>
        </p:nvSpPr>
        <p:spPr>
          <a:xfrm>
            <a:off x="1019174" y="592975"/>
            <a:ext cx="9632201" cy="781396"/>
          </a:xfrm>
        </p:spPr>
        <p:txBody>
          <a:bodyPr/>
          <a:lstStyle/>
          <a:p>
            <a:r>
              <a:rPr lang="en-US"/>
              <a:t>Click to edit Master title style</a:t>
            </a:r>
            <a:endParaRPr lang="de-DE" dirty="0"/>
          </a:p>
        </p:txBody>
      </p:sp>
    </p:spTree>
    <p:extLst>
      <p:ext uri="{BB962C8B-B14F-4D97-AF65-F5344CB8AC3E}">
        <p14:creationId xmlns:p14="http://schemas.microsoft.com/office/powerpoint/2010/main" val="35406543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Topics mit Bildern">
    <p:spTree>
      <p:nvGrpSpPr>
        <p:cNvPr id="1" name=""/>
        <p:cNvGrpSpPr/>
        <p:nvPr/>
      </p:nvGrpSpPr>
      <p:grpSpPr>
        <a:xfrm>
          <a:off x="0" y="0"/>
          <a:ext cx="0" cy="0"/>
          <a:chOff x="0" y="0"/>
          <a:chExt cx="0" cy="0"/>
        </a:xfrm>
      </p:grpSpPr>
      <p:sp>
        <p:nvSpPr>
          <p:cNvPr id="14" name="Textplatzhalter 13">
            <a:extLst>
              <a:ext uri="{FF2B5EF4-FFF2-40B4-BE49-F238E27FC236}">
                <a16:creationId xmlns:a16="http://schemas.microsoft.com/office/drawing/2014/main" id="{329BCF30-E90C-6A24-1621-4B7BB05CD735}"/>
              </a:ext>
            </a:extLst>
          </p:cNvPr>
          <p:cNvSpPr>
            <a:spLocks noGrp="1"/>
          </p:cNvSpPr>
          <p:nvPr>
            <p:ph type="body" sz="quarter" idx="16" hasCustomPrompt="1"/>
          </p:nvPr>
        </p:nvSpPr>
        <p:spPr>
          <a:xfrm>
            <a:off x="476704" y="3752850"/>
            <a:ext cx="3600000" cy="2620963"/>
          </a:xfrm>
          <a:noFill/>
        </p:spPr>
        <p:txBody>
          <a:bodyPr lIns="0" tIns="216000" rIns="0" bIns="0">
            <a:noAutofit/>
          </a:bodyPr>
          <a:lstStyle>
            <a:lvl1pPr marL="0" indent="0">
              <a:lnSpc>
                <a:spcPts val="2200"/>
              </a:lnSpc>
              <a:spcAft>
                <a:spcPts val="0"/>
              </a:spcAft>
              <a:buFont typeface="Arial" panose="020B0604020202020204" pitchFamily="34" charset="0"/>
              <a:buNone/>
              <a:defRPr sz="1600" b="1"/>
            </a:lvl1pPr>
            <a:lvl2pPr marL="0" indent="0">
              <a:lnSpc>
                <a:spcPts val="2200"/>
              </a:lnSpc>
              <a:spcAft>
                <a:spcPts val="2200"/>
              </a:spcAft>
              <a:buFont typeface="Arial" panose="020B0604020202020204" pitchFamily="34" charset="0"/>
              <a:buNone/>
              <a:defRPr sz="1600"/>
            </a:lvl2pPr>
            <a:lvl3pPr marL="0" indent="0">
              <a:lnSpc>
                <a:spcPts val="2200"/>
              </a:lnSpc>
              <a:spcAft>
                <a:spcPts val="0"/>
              </a:spcAft>
              <a:buNone/>
              <a:defRPr sz="1600"/>
            </a:lvl3pPr>
            <a:lvl4pPr marL="0" indent="0">
              <a:lnSpc>
                <a:spcPts val="2200"/>
              </a:lnSpc>
              <a:spcAft>
                <a:spcPts val="0"/>
              </a:spcAft>
              <a:buFont typeface="Arial" panose="020B0604020202020204" pitchFamily="34" charset="0"/>
              <a:buNone/>
              <a:defRPr sz="1600"/>
            </a:lvl4pPr>
            <a:lvl5pPr marL="0" indent="0">
              <a:lnSpc>
                <a:spcPts val="2200"/>
              </a:lnSpc>
              <a:spcAft>
                <a:spcPts val="0"/>
              </a:spcAft>
              <a:buFont typeface="Arial" panose="020B0604020202020204" pitchFamily="34" charset="0"/>
              <a:buNone/>
              <a:defRPr sz="1600"/>
            </a:lvl5pPr>
          </a:lstStyle>
          <a:p>
            <a:pPr lvl="0"/>
            <a:r>
              <a:rPr lang="de-DE" dirty="0"/>
              <a:t>Formatvorlagen des Textmasters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9" name="Bildplatzhalter 8">
            <a:extLst>
              <a:ext uri="{FF2B5EF4-FFF2-40B4-BE49-F238E27FC236}">
                <a16:creationId xmlns:a16="http://schemas.microsoft.com/office/drawing/2014/main" id="{741D4E67-B91A-CE1A-2AE7-47FD51EF5CDC}"/>
              </a:ext>
            </a:extLst>
          </p:cNvPr>
          <p:cNvSpPr>
            <a:spLocks noGrp="1"/>
          </p:cNvSpPr>
          <p:nvPr>
            <p:ph type="pic" sz="quarter" idx="19" hasCustomPrompt="1"/>
          </p:nvPr>
        </p:nvSpPr>
        <p:spPr>
          <a:xfrm>
            <a:off x="8112125" y="2024063"/>
            <a:ext cx="3600000" cy="1728787"/>
          </a:xfrm>
          <a:solidFill>
            <a:schemeClr val="accent4"/>
          </a:solidFill>
        </p:spPr>
        <p:txBody>
          <a:bodyPr anchor="ctr">
            <a:normAutofit/>
          </a:bodyPr>
          <a:lstStyle>
            <a:lvl1pPr algn="ctr">
              <a:defRPr sz="1400" b="1"/>
            </a:lvl1pPr>
          </a:lstStyle>
          <a:p>
            <a:r>
              <a:rPr lang="de-DE" dirty="0"/>
              <a:t>Bild einfügen</a:t>
            </a:r>
          </a:p>
        </p:txBody>
      </p:sp>
      <p:sp>
        <p:nvSpPr>
          <p:cNvPr id="13" name="Bildplatzhalter 8">
            <a:extLst>
              <a:ext uri="{FF2B5EF4-FFF2-40B4-BE49-F238E27FC236}">
                <a16:creationId xmlns:a16="http://schemas.microsoft.com/office/drawing/2014/main" id="{7E5FBE4F-24A7-E469-A5F0-850C9CBAC2CA}"/>
              </a:ext>
            </a:extLst>
          </p:cNvPr>
          <p:cNvSpPr>
            <a:spLocks noGrp="1"/>
          </p:cNvSpPr>
          <p:nvPr>
            <p:ph type="pic" sz="quarter" idx="20" hasCustomPrompt="1"/>
          </p:nvPr>
        </p:nvSpPr>
        <p:spPr>
          <a:xfrm>
            <a:off x="4293394" y="2024063"/>
            <a:ext cx="3600000" cy="1728787"/>
          </a:xfrm>
          <a:solidFill>
            <a:schemeClr val="accent4"/>
          </a:solidFill>
        </p:spPr>
        <p:txBody>
          <a:bodyPr anchor="ctr">
            <a:normAutofit/>
          </a:bodyPr>
          <a:lstStyle>
            <a:lvl1pPr algn="ctr">
              <a:defRPr sz="1400" b="1"/>
            </a:lvl1pPr>
          </a:lstStyle>
          <a:p>
            <a:r>
              <a:rPr lang="de-DE" dirty="0"/>
              <a:t>Bild einfügen</a:t>
            </a:r>
          </a:p>
        </p:txBody>
      </p:sp>
      <p:sp>
        <p:nvSpPr>
          <p:cNvPr id="18" name="Bildplatzhalter 8">
            <a:extLst>
              <a:ext uri="{FF2B5EF4-FFF2-40B4-BE49-F238E27FC236}">
                <a16:creationId xmlns:a16="http://schemas.microsoft.com/office/drawing/2014/main" id="{E16F5B04-0956-E20A-11DA-D45DA715A9E1}"/>
              </a:ext>
            </a:extLst>
          </p:cNvPr>
          <p:cNvSpPr>
            <a:spLocks noGrp="1"/>
          </p:cNvSpPr>
          <p:nvPr>
            <p:ph type="pic" sz="quarter" idx="21" hasCustomPrompt="1"/>
          </p:nvPr>
        </p:nvSpPr>
        <p:spPr>
          <a:xfrm>
            <a:off x="476704" y="2024063"/>
            <a:ext cx="3600000" cy="1728787"/>
          </a:xfrm>
          <a:solidFill>
            <a:schemeClr val="accent4"/>
          </a:solidFill>
        </p:spPr>
        <p:txBody>
          <a:bodyPr anchor="ctr">
            <a:normAutofit/>
          </a:bodyPr>
          <a:lstStyle>
            <a:lvl1pPr algn="ctr">
              <a:defRPr sz="1400" b="1"/>
            </a:lvl1pPr>
          </a:lstStyle>
          <a:p>
            <a:r>
              <a:rPr lang="de-DE" dirty="0"/>
              <a:t>Bild einfügen</a:t>
            </a:r>
          </a:p>
        </p:txBody>
      </p:sp>
      <p:sp>
        <p:nvSpPr>
          <p:cNvPr id="21" name="Datumsplatzhalter 11">
            <a:extLst>
              <a:ext uri="{FF2B5EF4-FFF2-40B4-BE49-F238E27FC236}">
                <a16:creationId xmlns:a16="http://schemas.microsoft.com/office/drawing/2014/main" id="{C3545D76-0AE9-5743-A471-7BC4006A8893}"/>
              </a:ext>
            </a:extLst>
          </p:cNvPr>
          <p:cNvSpPr>
            <a:spLocks noGrp="1"/>
          </p:cNvSpPr>
          <p:nvPr>
            <p:ph type="dt" sz="half" idx="22"/>
          </p:nvPr>
        </p:nvSpPr>
        <p:spPr>
          <a:xfrm>
            <a:off x="818403" y="6434257"/>
            <a:ext cx="981075" cy="365125"/>
          </a:xfrm>
        </p:spPr>
        <p:txBody>
          <a:bodyPr/>
          <a:lstStyle/>
          <a:p>
            <a:fld id="{4DDB5538-DA78-4C2C-BF6B-9485BBAF1D80}" type="datetimeFigureOut">
              <a:rPr lang="en-US" smtClean="0"/>
              <a:t>10/14/2025</a:t>
            </a:fld>
            <a:endParaRPr lang="en-US"/>
          </a:p>
        </p:txBody>
      </p:sp>
      <p:sp>
        <p:nvSpPr>
          <p:cNvPr id="22" name="Fußzeilenplatzhalter 16">
            <a:extLst>
              <a:ext uri="{FF2B5EF4-FFF2-40B4-BE49-F238E27FC236}">
                <a16:creationId xmlns:a16="http://schemas.microsoft.com/office/drawing/2014/main" id="{B676051C-A25A-ED4A-A27A-625F8B04612B}"/>
              </a:ext>
            </a:extLst>
          </p:cNvPr>
          <p:cNvSpPr>
            <a:spLocks noGrp="1"/>
          </p:cNvSpPr>
          <p:nvPr>
            <p:ph type="ftr" sz="quarter" idx="15"/>
          </p:nvPr>
        </p:nvSpPr>
        <p:spPr>
          <a:xfrm>
            <a:off x="1972067" y="6434257"/>
            <a:ext cx="5924158" cy="365125"/>
          </a:xfrm>
        </p:spPr>
        <p:txBody>
          <a:bodyPr/>
          <a:lstStyle/>
          <a:p>
            <a:endParaRPr lang="en-US"/>
          </a:p>
        </p:txBody>
      </p:sp>
      <p:sp>
        <p:nvSpPr>
          <p:cNvPr id="23" name="Foliennummernplatzhalter 18">
            <a:extLst>
              <a:ext uri="{FF2B5EF4-FFF2-40B4-BE49-F238E27FC236}">
                <a16:creationId xmlns:a16="http://schemas.microsoft.com/office/drawing/2014/main" id="{F991DB6E-02D6-214B-88B4-81D423F063B6}"/>
              </a:ext>
            </a:extLst>
          </p:cNvPr>
          <p:cNvSpPr>
            <a:spLocks noGrp="1"/>
          </p:cNvSpPr>
          <p:nvPr>
            <p:ph type="sldNum" sz="quarter" idx="23"/>
          </p:nvPr>
        </p:nvSpPr>
        <p:spPr>
          <a:xfrm>
            <a:off x="11531078" y="6417445"/>
            <a:ext cx="487680" cy="398749"/>
          </a:xfrm>
        </p:spPr>
        <p:txBody>
          <a:bodyPr/>
          <a:lstStyle/>
          <a:p>
            <a:fld id="{81561042-0DC2-4A04-AA50-F6D44EB20EBA}" type="slidenum">
              <a:rPr lang="en-US" smtClean="0"/>
              <a:t>‹#›</a:t>
            </a:fld>
            <a:endParaRPr lang="en-US"/>
          </a:p>
        </p:txBody>
      </p:sp>
      <p:pic>
        <p:nvPicPr>
          <p:cNvPr id="3" name="Grafik 2">
            <a:extLst>
              <a:ext uri="{FF2B5EF4-FFF2-40B4-BE49-F238E27FC236}">
                <a16:creationId xmlns:a16="http://schemas.microsoft.com/office/drawing/2014/main" id="{B9FA4306-B349-94DF-7DF9-F40543D3F10F}"/>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211784" y="260100"/>
            <a:ext cx="720000" cy="720000"/>
          </a:xfrm>
          <a:prstGeom prst="rect">
            <a:avLst/>
          </a:prstGeom>
        </p:spPr>
      </p:pic>
      <p:sp>
        <p:nvSpPr>
          <p:cNvPr id="4" name="Titel 3">
            <a:extLst>
              <a:ext uri="{FF2B5EF4-FFF2-40B4-BE49-F238E27FC236}">
                <a16:creationId xmlns:a16="http://schemas.microsoft.com/office/drawing/2014/main" id="{54D4C1C1-6D11-2F4E-B895-C40CC24DB365}"/>
              </a:ext>
            </a:extLst>
          </p:cNvPr>
          <p:cNvSpPr>
            <a:spLocks noGrp="1"/>
          </p:cNvSpPr>
          <p:nvPr>
            <p:ph type="title"/>
          </p:nvPr>
        </p:nvSpPr>
        <p:spPr>
          <a:xfrm>
            <a:off x="1019174" y="592976"/>
            <a:ext cx="9632201" cy="781396"/>
          </a:xfrm>
        </p:spPr>
        <p:txBody>
          <a:bodyPr/>
          <a:lstStyle/>
          <a:p>
            <a:r>
              <a:rPr lang="en-US"/>
              <a:t>Click to edit Master title style</a:t>
            </a:r>
            <a:endParaRPr lang="de-DE" dirty="0"/>
          </a:p>
        </p:txBody>
      </p:sp>
      <p:sp>
        <p:nvSpPr>
          <p:cNvPr id="11" name="Textplatzhalter 13">
            <a:extLst>
              <a:ext uri="{FF2B5EF4-FFF2-40B4-BE49-F238E27FC236}">
                <a16:creationId xmlns:a16="http://schemas.microsoft.com/office/drawing/2014/main" id="{68B877E8-AF42-CDA6-CBFF-D78BD13EF37E}"/>
              </a:ext>
            </a:extLst>
          </p:cNvPr>
          <p:cNvSpPr>
            <a:spLocks noGrp="1"/>
          </p:cNvSpPr>
          <p:nvPr>
            <p:ph type="body" sz="quarter" idx="27" hasCustomPrompt="1"/>
          </p:nvPr>
        </p:nvSpPr>
        <p:spPr>
          <a:xfrm>
            <a:off x="4293394" y="3752850"/>
            <a:ext cx="3600000" cy="2620963"/>
          </a:xfrm>
          <a:noFill/>
        </p:spPr>
        <p:txBody>
          <a:bodyPr lIns="0" tIns="216000" rIns="0" bIns="0">
            <a:noAutofit/>
          </a:bodyPr>
          <a:lstStyle>
            <a:lvl1pPr marL="0" indent="0">
              <a:lnSpc>
                <a:spcPts val="2200"/>
              </a:lnSpc>
              <a:spcAft>
                <a:spcPts val="0"/>
              </a:spcAft>
              <a:buFont typeface="Arial" panose="020B0604020202020204" pitchFamily="34" charset="0"/>
              <a:buNone/>
              <a:defRPr sz="1600" b="1"/>
            </a:lvl1pPr>
            <a:lvl2pPr marL="0" indent="0">
              <a:lnSpc>
                <a:spcPts val="2200"/>
              </a:lnSpc>
              <a:spcAft>
                <a:spcPts val="2200"/>
              </a:spcAft>
              <a:buFont typeface="Arial" panose="020B0604020202020204" pitchFamily="34" charset="0"/>
              <a:buNone/>
              <a:defRPr sz="1600"/>
            </a:lvl2pPr>
            <a:lvl3pPr marL="0" indent="0">
              <a:lnSpc>
                <a:spcPts val="2200"/>
              </a:lnSpc>
              <a:spcAft>
                <a:spcPts val="0"/>
              </a:spcAft>
              <a:buNone/>
              <a:defRPr sz="1600"/>
            </a:lvl3pPr>
            <a:lvl4pPr marL="0" indent="0">
              <a:lnSpc>
                <a:spcPts val="2200"/>
              </a:lnSpc>
              <a:spcAft>
                <a:spcPts val="0"/>
              </a:spcAft>
              <a:buFont typeface="Arial" panose="020B0604020202020204" pitchFamily="34" charset="0"/>
              <a:buNone/>
              <a:defRPr sz="1600"/>
            </a:lvl4pPr>
            <a:lvl5pPr marL="0" indent="0">
              <a:lnSpc>
                <a:spcPts val="2200"/>
              </a:lnSpc>
              <a:spcAft>
                <a:spcPts val="0"/>
              </a:spcAft>
              <a:buFont typeface="Arial" panose="020B0604020202020204" pitchFamily="34" charset="0"/>
              <a:buNone/>
              <a:defRPr sz="1600"/>
            </a:lvl5pPr>
          </a:lstStyle>
          <a:p>
            <a:pPr lvl="0"/>
            <a:r>
              <a:rPr lang="de-DE" dirty="0"/>
              <a:t>Formatvorlagen des Textmasters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12" name="Textplatzhalter 13">
            <a:extLst>
              <a:ext uri="{FF2B5EF4-FFF2-40B4-BE49-F238E27FC236}">
                <a16:creationId xmlns:a16="http://schemas.microsoft.com/office/drawing/2014/main" id="{AAB65387-3AE6-5EAB-94C8-4FC3194F1805}"/>
              </a:ext>
            </a:extLst>
          </p:cNvPr>
          <p:cNvSpPr>
            <a:spLocks noGrp="1"/>
          </p:cNvSpPr>
          <p:nvPr>
            <p:ph type="body" sz="quarter" idx="28" hasCustomPrompt="1"/>
          </p:nvPr>
        </p:nvSpPr>
        <p:spPr>
          <a:xfrm>
            <a:off x="8112125" y="3752850"/>
            <a:ext cx="3600000" cy="2620963"/>
          </a:xfrm>
          <a:noFill/>
        </p:spPr>
        <p:txBody>
          <a:bodyPr lIns="0" tIns="216000" rIns="0" bIns="0">
            <a:noAutofit/>
          </a:bodyPr>
          <a:lstStyle>
            <a:lvl1pPr marL="0" indent="0">
              <a:lnSpc>
                <a:spcPts val="2200"/>
              </a:lnSpc>
              <a:spcAft>
                <a:spcPts val="0"/>
              </a:spcAft>
              <a:buFont typeface="Arial" panose="020B0604020202020204" pitchFamily="34" charset="0"/>
              <a:buNone/>
              <a:defRPr sz="1600" b="1"/>
            </a:lvl1pPr>
            <a:lvl2pPr marL="0" indent="0">
              <a:lnSpc>
                <a:spcPts val="2200"/>
              </a:lnSpc>
              <a:spcAft>
                <a:spcPts val="2200"/>
              </a:spcAft>
              <a:buFont typeface="Arial" panose="020B0604020202020204" pitchFamily="34" charset="0"/>
              <a:buNone/>
              <a:defRPr sz="1600"/>
            </a:lvl2pPr>
            <a:lvl3pPr marL="0" indent="0">
              <a:lnSpc>
                <a:spcPts val="2200"/>
              </a:lnSpc>
              <a:spcAft>
                <a:spcPts val="0"/>
              </a:spcAft>
              <a:buNone/>
              <a:defRPr sz="1600"/>
            </a:lvl3pPr>
            <a:lvl4pPr marL="0" indent="0">
              <a:lnSpc>
                <a:spcPts val="2200"/>
              </a:lnSpc>
              <a:spcAft>
                <a:spcPts val="0"/>
              </a:spcAft>
              <a:buFont typeface="Arial" panose="020B0604020202020204" pitchFamily="34" charset="0"/>
              <a:buNone/>
              <a:defRPr sz="1600"/>
            </a:lvl4pPr>
            <a:lvl5pPr marL="0" indent="0">
              <a:lnSpc>
                <a:spcPts val="2200"/>
              </a:lnSpc>
              <a:spcAft>
                <a:spcPts val="0"/>
              </a:spcAft>
              <a:buFont typeface="Arial" panose="020B0604020202020204" pitchFamily="34" charset="0"/>
              <a:buNone/>
              <a:defRPr sz="1600"/>
            </a:lvl5pPr>
          </a:lstStyle>
          <a:p>
            <a:pPr lvl="0"/>
            <a:r>
              <a:rPr lang="de-DE" dirty="0"/>
              <a:t>Formatvorlagen des Textmasters bearbeiten</a:t>
            </a:r>
          </a:p>
          <a:p>
            <a:pPr lvl="1"/>
            <a:r>
              <a:rPr lang="de-DE" dirty="0"/>
              <a:t>Zweite Ebene</a:t>
            </a:r>
          </a:p>
          <a:p>
            <a:pPr lvl="2"/>
            <a:r>
              <a:rPr lang="de-DE" dirty="0"/>
              <a:t>Dritte Ebene</a:t>
            </a:r>
          </a:p>
          <a:p>
            <a:pPr lvl="3"/>
            <a:r>
              <a:rPr lang="de-DE" dirty="0"/>
              <a:t>Vierte Ebene</a:t>
            </a:r>
          </a:p>
          <a:p>
            <a:pPr lvl="4"/>
            <a:r>
              <a:rPr lang="de-DE" dirty="0"/>
              <a:t>Fünfte Ebene</a:t>
            </a:r>
          </a:p>
        </p:txBody>
      </p:sp>
    </p:spTree>
    <p:extLst>
      <p:ext uri="{BB962C8B-B14F-4D97-AF65-F5344CB8AC3E}">
        <p14:creationId xmlns:p14="http://schemas.microsoft.com/office/powerpoint/2010/main" val="2106997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Topics ohne Bildern">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7CCC2FD-2659-63A2-86BB-93261D5A89B6}"/>
              </a:ext>
            </a:extLst>
          </p:cNvPr>
          <p:cNvSpPr>
            <a:spLocks noGrp="1"/>
          </p:cNvSpPr>
          <p:nvPr>
            <p:ph type="title"/>
          </p:nvPr>
        </p:nvSpPr>
        <p:spPr>
          <a:xfrm>
            <a:off x="1019175" y="592976"/>
            <a:ext cx="9632197" cy="781396"/>
          </a:xfrm>
        </p:spPr>
        <p:txBody>
          <a:bodyPr anchor="b">
            <a:normAutofit/>
          </a:bodyPr>
          <a:lstStyle>
            <a:lvl1pPr>
              <a:lnSpc>
                <a:spcPts val="2800"/>
              </a:lnSpc>
              <a:defRPr sz="2200"/>
            </a:lvl1pPr>
          </a:lstStyle>
          <a:p>
            <a:r>
              <a:rPr lang="en-US"/>
              <a:t>Click to edit Master title style</a:t>
            </a:r>
            <a:endParaRPr lang="de-DE" dirty="0"/>
          </a:p>
        </p:txBody>
      </p:sp>
      <p:pic>
        <p:nvPicPr>
          <p:cNvPr id="6" name="Grafik 5">
            <a:extLst>
              <a:ext uri="{FF2B5EF4-FFF2-40B4-BE49-F238E27FC236}">
                <a16:creationId xmlns:a16="http://schemas.microsoft.com/office/drawing/2014/main" id="{0F4E3504-8807-AAC3-3BB5-592E1C1D6A61}"/>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211784" y="260100"/>
            <a:ext cx="720000" cy="720000"/>
          </a:xfrm>
          <a:prstGeom prst="rect">
            <a:avLst/>
          </a:prstGeom>
        </p:spPr>
      </p:pic>
      <p:sp>
        <p:nvSpPr>
          <p:cNvPr id="14" name="Textplatzhalter 13">
            <a:extLst>
              <a:ext uri="{FF2B5EF4-FFF2-40B4-BE49-F238E27FC236}">
                <a16:creationId xmlns:a16="http://schemas.microsoft.com/office/drawing/2014/main" id="{329BCF30-E90C-6A24-1621-4B7BB05CD735}"/>
              </a:ext>
            </a:extLst>
          </p:cNvPr>
          <p:cNvSpPr>
            <a:spLocks noGrp="1"/>
          </p:cNvSpPr>
          <p:nvPr>
            <p:ph type="body" sz="quarter" idx="16" hasCustomPrompt="1"/>
          </p:nvPr>
        </p:nvSpPr>
        <p:spPr>
          <a:xfrm>
            <a:off x="659724" y="1963973"/>
            <a:ext cx="3420000" cy="4065016"/>
          </a:xfrm>
          <a:noFill/>
        </p:spPr>
        <p:txBody>
          <a:bodyPr lIns="0" tIns="0" rIns="0" bIns="0">
            <a:noAutofit/>
          </a:bodyPr>
          <a:lstStyle>
            <a:lvl1pPr marL="0" indent="0">
              <a:lnSpc>
                <a:spcPts val="2200"/>
              </a:lnSpc>
              <a:spcAft>
                <a:spcPts val="0"/>
              </a:spcAft>
              <a:buFont typeface="Arial" panose="020B0604020202020204" pitchFamily="34" charset="0"/>
              <a:buNone/>
              <a:defRPr sz="1600" b="1"/>
            </a:lvl1pPr>
            <a:lvl2pPr marL="0" indent="0">
              <a:lnSpc>
                <a:spcPts val="2200"/>
              </a:lnSpc>
              <a:spcAft>
                <a:spcPts val="2200"/>
              </a:spcAft>
              <a:buFont typeface="Arial" panose="020B0604020202020204" pitchFamily="34" charset="0"/>
              <a:buNone/>
              <a:defRPr sz="1600"/>
            </a:lvl2pPr>
            <a:lvl3pPr marL="0" indent="0">
              <a:lnSpc>
                <a:spcPts val="2200"/>
              </a:lnSpc>
              <a:spcAft>
                <a:spcPts val="0"/>
              </a:spcAft>
              <a:buNone/>
              <a:defRPr sz="1600"/>
            </a:lvl3pPr>
            <a:lvl4pPr marL="0" indent="0">
              <a:lnSpc>
                <a:spcPts val="2200"/>
              </a:lnSpc>
              <a:spcAft>
                <a:spcPts val="0"/>
              </a:spcAft>
              <a:buFont typeface="Arial" panose="020B0604020202020204" pitchFamily="34" charset="0"/>
              <a:buNone/>
              <a:defRPr sz="1600"/>
            </a:lvl4pPr>
            <a:lvl5pPr marL="0" indent="0">
              <a:lnSpc>
                <a:spcPts val="2200"/>
              </a:lnSpc>
              <a:spcAft>
                <a:spcPts val="0"/>
              </a:spcAft>
              <a:buFont typeface="Arial" panose="020B0604020202020204" pitchFamily="34" charset="0"/>
              <a:buNone/>
              <a:defRPr sz="1600"/>
            </a:lvl5pPr>
          </a:lstStyle>
          <a:p>
            <a:pPr lvl="0"/>
            <a:r>
              <a:rPr lang="de-DE"/>
              <a:t>Formatvorlagen des Textmasters bearbeiten</a:t>
            </a:r>
          </a:p>
          <a:p>
            <a:pPr lvl="1"/>
            <a:r>
              <a:rPr lang="de-DE"/>
              <a:t>Zweite Ebene</a:t>
            </a:r>
          </a:p>
          <a:p>
            <a:pPr lvl="2"/>
            <a:r>
              <a:rPr lang="de-DE"/>
              <a:t>Dritte Ebene</a:t>
            </a:r>
          </a:p>
          <a:p>
            <a:pPr lvl="3"/>
            <a:r>
              <a:rPr lang="de-DE"/>
              <a:t>Vierte Ebene</a:t>
            </a:r>
          </a:p>
          <a:p>
            <a:pPr lvl="4"/>
            <a:r>
              <a:rPr lang="de-DE"/>
              <a:t>Fünfte Ebene</a:t>
            </a:r>
            <a:endParaRPr lang="de-DE" dirty="0"/>
          </a:p>
        </p:txBody>
      </p:sp>
      <p:sp>
        <p:nvSpPr>
          <p:cNvPr id="15" name="Textplatzhalter 13">
            <a:extLst>
              <a:ext uri="{FF2B5EF4-FFF2-40B4-BE49-F238E27FC236}">
                <a16:creationId xmlns:a16="http://schemas.microsoft.com/office/drawing/2014/main" id="{6AC3EE7C-AB72-A877-55A3-92C1B359764F}"/>
              </a:ext>
            </a:extLst>
          </p:cNvPr>
          <p:cNvSpPr>
            <a:spLocks noGrp="1"/>
          </p:cNvSpPr>
          <p:nvPr>
            <p:ph type="body" sz="quarter" idx="17" hasCustomPrompt="1"/>
          </p:nvPr>
        </p:nvSpPr>
        <p:spPr>
          <a:xfrm>
            <a:off x="4470969" y="1963971"/>
            <a:ext cx="3420000" cy="4065017"/>
          </a:xfrm>
          <a:noFill/>
        </p:spPr>
        <p:txBody>
          <a:bodyPr lIns="0" tIns="0" rIns="0" bIns="0">
            <a:noAutofit/>
          </a:bodyPr>
          <a:lstStyle>
            <a:lvl1pPr marL="0" indent="0">
              <a:lnSpc>
                <a:spcPts val="2200"/>
              </a:lnSpc>
              <a:spcAft>
                <a:spcPts val="0"/>
              </a:spcAft>
              <a:buFont typeface="Arial" panose="020B0604020202020204" pitchFamily="34" charset="0"/>
              <a:buNone/>
              <a:defRPr sz="1600" b="1"/>
            </a:lvl1pPr>
            <a:lvl2pPr marL="0" indent="0">
              <a:lnSpc>
                <a:spcPts val="2200"/>
              </a:lnSpc>
              <a:spcAft>
                <a:spcPts val="2200"/>
              </a:spcAft>
              <a:buFont typeface="Arial" panose="020B0604020202020204" pitchFamily="34" charset="0"/>
              <a:buNone/>
              <a:defRPr sz="1600"/>
            </a:lvl2pPr>
            <a:lvl3pPr marL="0" indent="0">
              <a:lnSpc>
                <a:spcPts val="2200"/>
              </a:lnSpc>
              <a:spcAft>
                <a:spcPts val="0"/>
              </a:spcAft>
              <a:buNone/>
              <a:defRPr sz="1600"/>
            </a:lvl3pPr>
            <a:lvl4pPr marL="0" indent="0">
              <a:lnSpc>
                <a:spcPts val="2200"/>
              </a:lnSpc>
              <a:spcAft>
                <a:spcPts val="0"/>
              </a:spcAft>
              <a:buFont typeface="Arial" panose="020B0604020202020204" pitchFamily="34" charset="0"/>
              <a:buNone/>
              <a:defRPr sz="1600"/>
            </a:lvl4pPr>
            <a:lvl5pPr marL="0" indent="0">
              <a:lnSpc>
                <a:spcPts val="2200"/>
              </a:lnSpc>
              <a:spcAft>
                <a:spcPts val="0"/>
              </a:spcAft>
              <a:buFont typeface="Arial" panose="020B0604020202020204" pitchFamily="34" charset="0"/>
              <a:buNone/>
              <a:defRPr sz="1600"/>
            </a:lvl5pPr>
          </a:lstStyle>
          <a:p>
            <a:pPr lvl="0"/>
            <a:r>
              <a:rPr lang="de-DE"/>
              <a:t>Formatvorlagen des Textmasters bearbeiten</a:t>
            </a:r>
          </a:p>
          <a:p>
            <a:pPr lvl="1"/>
            <a:r>
              <a:rPr lang="de-DE"/>
              <a:t>Zweite Ebene</a:t>
            </a:r>
          </a:p>
          <a:p>
            <a:pPr lvl="2"/>
            <a:r>
              <a:rPr lang="de-DE"/>
              <a:t>Dritte Ebene</a:t>
            </a:r>
          </a:p>
          <a:p>
            <a:pPr lvl="3"/>
            <a:r>
              <a:rPr lang="de-DE"/>
              <a:t>Vierte Ebene</a:t>
            </a:r>
          </a:p>
          <a:p>
            <a:pPr lvl="4"/>
            <a:r>
              <a:rPr lang="de-DE"/>
              <a:t>Fünfte Ebene</a:t>
            </a:r>
            <a:endParaRPr lang="de-DE" dirty="0"/>
          </a:p>
        </p:txBody>
      </p:sp>
      <p:sp>
        <p:nvSpPr>
          <p:cNvPr id="16" name="Textplatzhalter 13">
            <a:extLst>
              <a:ext uri="{FF2B5EF4-FFF2-40B4-BE49-F238E27FC236}">
                <a16:creationId xmlns:a16="http://schemas.microsoft.com/office/drawing/2014/main" id="{DE627DA0-3C16-2C03-EDF7-EFA79FD345F3}"/>
              </a:ext>
            </a:extLst>
          </p:cNvPr>
          <p:cNvSpPr>
            <a:spLocks noGrp="1"/>
          </p:cNvSpPr>
          <p:nvPr>
            <p:ph type="body" sz="quarter" idx="18" hasCustomPrompt="1"/>
          </p:nvPr>
        </p:nvSpPr>
        <p:spPr>
          <a:xfrm>
            <a:off x="8282214" y="1963973"/>
            <a:ext cx="3420000" cy="4065016"/>
          </a:xfrm>
          <a:noFill/>
        </p:spPr>
        <p:txBody>
          <a:bodyPr lIns="0" tIns="0" rIns="0" bIns="0">
            <a:noAutofit/>
          </a:bodyPr>
          <a:lstStyle>
            <a:lvl1pPr marL="0" indent="0">
              <a:lnSpc>
                <a:spcPts val="2200"/>
              </a:lnSpc>
              <a:spcAft>
                <a:spcPts val="0"/>
              </a:spcAft>
              <a:buFont typeface="Arial" panose="020B0604020202020204" pitchFamily="34" charset="0"/>
              <a:buNone/>
              <a:defRPr sz="1600" b="1"/>
            </a:lvl1pPr>
            <a:lvl2pPr marL="0" indent="0">
              <a:lnSpc>
                <a:spcPts val="2200"/>
              </a:lnSpc>
              <a:spcAft>
                <a:spcPts val="2200"/>
              </a:spcAft>
              <a:buFont typeface="Arial" panose="020B0604020202020204" pitchFamily="34" charset="0"/>
              <a:buNone/>
              <a:defRPr sz="1600"/>
            </a:lvl2pPr>
            <a:lvl3pPr marL="0" indent="0">
              <a:lnSpc>
                <a:spcPts val="2200"/>
              </a:lnSpc>
              <a:spcAft>
                <a:spcPts val="0"/>
              </a:spcAft>
              <a:buNone/>
              <a:defRPr sz="1600"/>
            </a:lvl3pPr>
            <a:lvl4pPr marL="0" indent="0">
              <a:lnSpc>
                <a:spcPts val="2200"/>
              </a:lnSpc>
              <a:spcAft>
                <a:spcPts val="0"/>
              </a:spcAft>
              <a:buFont typeface="Arial" panose="020B0604020202020204" pitchFamily="34" charset="0"/>
              <a:buNone/>
              <a:defRPr sz="1600"/>
            </a:lvl4pPr>
            <a:lvl5pPr marL="0" indent="0">
              <a:lnSpc>
                <a:spcPts val="2200"/>
              </a:lnSpc>
              <a:spcAft>
                <a:spcPts val="0"/>
              </a:spcAft>
              <a:buFont typeface="Arial" panose="020B0604020202020204" pitchFamily="34" charset="0"/>
              <a:buNone/>
              <a:defRPr sz="1600"/>
            </a:lvl5pPr>
          </a:lstStyle>
          <a:p>
            <a:pPr lvl="0"/>
            <a:r>
              <a:rPr lang="de-DE"/>
              <a:t>Formatvorlagen des Textmasters bearbeiten</a:t>
            </a:r>
          </a:p>
          <a:p>
            <a:pPr lvl="1"/>
            <a:r>
              <a:rPr lang="de-DE"/>
              <a:t>Zweite Ebene</a:t>
            </a:r>
          </a:p>
          <a:p>
            <a:pPr lvl="2"/>
            <a:r>
              <a:rPr lang="de-DE"/>
              <a:t>Dritte Ebene</a:t>
            </a:r>
          </a:p>
          <a:p>
            <a:pPr lvl="3"/>
            <a:r>
              <a:rPr lang="de-DE"/>
              <a:t>Vierte Ebene</a:t>
            </a:r>
          </a:p>
          <a:p>
            <a:pPr lvl="4"/>
            <a:r>
              <a:rPr lang="de-DE"/>
              <a:t>Fünfte Ebene</a:t>
            </a:r>
            <a:endParaRPr lang="de-DE" dirty="0"/>
          </a:p>
        </p:txBody>
      </p:sp>
      <p:cxnSp>
        <p:nvCxnSpPr>
          <p:cNvPr id="11" name="Gerader Verbinder 10">
            <a:extLst>
              <a:ext uri="{FF2B5EF4-FFF2-40B4-BE49-F238E27FC236}">
                <a16:creationId xmlns:a16="http://schemas.microsoft.com/office/drawing/2014/main" id="{D2BEFE5B-41FC-E6B9-68E2-A2875D90C1FF}"/>
              </a:ext>
            </a:extLst>
          </p:cNvPr>
          <p:cNvCxnSpPr/>
          <p:nvPr/>
        </p:nvCxnSpPr>
        <p:spPr>
          <a:xfrm>
            <a:off x="482148" y="1963972"/>
            <a:ext cx="0" cy="4065016"/>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Gerader Verbinder 11">
            <a:extLst>
              <a:ext uri="{FF2B5EF4-FFF2-40B4-BE49-F238E27FC236}">
                <a16:creationId xmlns:a16="http://schemas.microsoft.com/office/drawing/2014/main" id="{7718A23D-A409-D0F1-6015-A83F471A35B0}"/>
              </a:ext>
            </a:extLst>
          </p:cNvPr>
          <p:cNvCxnSpPr/>
          <p:nvPr/>
        </p:nvCxnSpPr>
        <p:spPr>
          <a:xfrm>
            <a:off x="4293394" y="1963972"/>
            <a:ext cx="0" cy="4065016"/>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Gerader Verbinder 16">
            <a:extLst>
              <a:ext uri="{FF2B5EF4-FFF2-40B4-BE49-F238E27FC236}">
                <a16:creationId xmlns:a16="http://schemas.microsoft.com/office/drawing/2014/main" id="{AB3E9F95-6A85-69E4-BCAB-8D05B3673277}"/>
              </a:ext>
            </a:extLst>
          </p:cNvPr>
          <p:cNvCxnSpPr/>
          <p:nvPr/>
        </p:nvCxnSpPr>
        <p:spPr>
          <a:xfrm>
            <a:off x="8112125" y="1963972"/>
            <a:ext cx="0" cy="4065016"/>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26" name="Datumsplatzhalter 11">
            <a:extLst>
              <a:ext uri="{FF2B5EF4-FFF2-40B4-BE49-F238E27FC236}">
                <a16:creationId xmlns:a16="http://schemas.microsoft.com/office/drawing/2014/main" id="{F55EACEF-F39A-964E-BB90-7A895B02A02A}"/>
              </a:ext>
            </a:extLst>
          </p:cNvPr>
          <p:cNvSpPr>
            <a:spLocks noGrp="1"/>
          </p:cNvSpPr>
          <p:nvPr>
            <p:ph type="dt" sz="half" idx="22"/>
          </p:nvPr>
        </p:nvSpPr>
        <p:spPr>
          <a:xfrm>
            <a:off x="818403" y="6434257"/>
            <a:ext cx="981075" cy="365125"/>
          </a:xfrm>
        </p:spPr>
        <p:txBody>
          <a:bodyPr/>
          <a:lstStyle/>
          <a:p>
            <a:fld id="{4DDB5538-DA78-4C2C-BF6B-9485BBAF1D80}" type="datetimeFigureOut">
              <a:rPr lang="en-US" smtClean="0"/>
              <a:t>10/14/2025</a:t>
            </a:fld>
            <a:endParaRPr lang="en-US"/>
          </a:p>
        </p:txBody>
      </p:sp>
      <p:sp>
        <p:nvSpPr>
          <p:cNvPr id="27" name="Fußzeilenplatzhalter 16">
            <a:extLst>
              <a:ext uri="{FF2B5EF4-FFF2-40B4-BE49-F238E27FC236}">
                <a16:creationId xmlns:a16="http://schemas.microsoft.com/office/drawing/2014/main" id="{E2DBA025-2B8E-EB42-9BAD-AAABDD09D752}"/>
              </a:ext>
            </a:extLst>
          </p:cNvPr>
          <p:cNvSpPr>
            <a:spLocks noGrp="1"/>
          </p:cNvSpPr>
          <p:nvPr>
            <p:ph type="ftr" sz="quarter" idx="15"/>
          </p:nvPr>
        </p:nvSpPr>
        <p:spPr>
          <a:xfrm>
            <a:off x="1972067" y="6434257"/>
            <a:ext cx="5924158" cy="365125"/>
          </a:xfrm>
        </p:spPr>
        <p:txBody>
          <a:bodyPr/>
          <a:lstStyle/>
          <a:p>
            <a:endParaRPr lang="en-US"/>
          </a:p>
        </p:txBody>
      </p:sp>
      <p:sp>
        <p:nvSpPr>
          <p:cNvPr id="28" name="Foliennummernplatzhalter 18">
            <a:extLst>
              <a:ext uri="{FF2B5EF4-FFF2-40B4-BE49-F238E27FC236}">
                <a16:creationId xmlns:a16="http://schemas.microsoft.com/office/drawing/2014/main" id="{8302298F-B91A-214F-8E6A-8B39F7B9E02E}"/>
              </a:ext>
            </a:extLst>
          </p:cNvPr>
          <p:cNvSpPr>
            <a:spLocks noGrp="1"/>
          </p:cNvSpPr>
          <p:nvPr>
            <p:ph type="sldNum" sz="quarter" idx="23"/>
          </p:nvPr>
        </p:nvSpPr>
        <p:spPr>
          <a:xfrm>
            <a:off x="11531078" y="6417445"/>
            <a:ext cx="487680" cy="398749"/>
          </a:xfrm>
        </p:spPr>
        <p:txBody>
          <a:bodyPr/>
          <a:lstStyle/>
          <a:p>
            <a:fld id="{81561042-0DC2-4A04-AA50-F6D44EB20EBA}" type="slidenum">
              <a:rPr lang="en-US" smtClean="0"/>
              <a:t>‹#›</a:t>
            </a:fld>
            <a:endParaRPr lang="en-US"/>
          </a:p>
        </p:txBody>
      </p:sp>
    </p:spTree>
    <p:extLst>
      <p:ext uri="{BB962C8B-B14F-4D97-AF65-F5344CB8AC3E}">
        <p14:creationId xmlns:p14="http://schemas.microsoft.com/office/powerpoint/2010/main" val="34709698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Farbiger Hintergrund">
    <p:bg>
      <p:bgPr>
        <a:solidFill>
          <a:schemeClr val="bg1"/>
        </a:solid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0914BDB-0E7B-97D1-6588-3BF8E9D87CA5}"/>
              </a:ext>
            </a:extLst>
          </p:cNvPr>
          <p:cNvSpPr>
            <a:spLocks noGrp="1"/>
          </p:cNvSpPr>
          <p:nvPr>
            <p:ph type="title"/>
          </p:nvPr>
        </p:nvSpPr>
        <p:spPr>
          <a:xfrm>
            <a:off x="1019174" y="484413"/>
            <a:ext cx="8785225" cy="889957"/>
          </a:xfrm>
        </p:spPr>
        <p:txBody>
          <a:bodyPr>
            <a:normAutofit/>
          </a:bodyPr>
          <a:lstStyle>
            <a:lvl1pPr>
              <a:defRPr sz="2200"/>
            </a:lvl1pPr>
          </a:lstStyle>
          <a:p>
            <a:r>
              <a:rPr lang="en-US"/>
              <a:t>Click to edit Master title style</a:t>
            </a:r>
            <a:endParaRPr lang="de-DE" dirty="0"/>
          </a:p>
        </p:txBody>
      </p:sp>
      <p:pic>
        <p:nvPicPr>
          <p:cNvPr id="12" name="Grafik 11">
            <a:extLst>
              <a:ext uri="{FF2B5EF4-FFF2-40B4-BE49-F238E27FC236}">
                <a16:creationId xmlns:a16="http://schemas.microsoft.com/office/drawing/2014/main" id="{261D5674-6A86-B8DB-35FF-A4AAFC78E7E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211784" y="260100"/>
            <a:ext cx="720000" cy="720000"/>
          </a:xfrm>
          <a:prstGeom prst="rect">
            <a:avLst/>
          </a:prstGeom>
        </p:spPr>
      </p:pic>
      <p:sp>
        <p:nvSpPr>
          <p:cNvPr id="7" name="Bildplatzhalter 6">
            <a:extLst>
              <a:ext uri="{FF2B5EF4-FFF2-40B4-BE49-F238E27FC236}">
                <a16:creationId xmlns:a16="http://schemas.microsoft.com/office/drawing/2014/main" id="{C2C57716-6203-2FF0-7E6C-33439B757C12}"/>
              </a:ext>
            </a:extLst>
          </p:cNvPr>
          <p:cNvSpPr>
            <a:spLocks noGrp="1"/>
          </p:cNvSpPr>
          <p:nvPr>
            <p:ph type="pic" sz="quarter" idx="14" hasCustomPrompt="1"/>
          </p:nvPr>
        </p:nvSpPr>
        <p:spPr>
          <a:xfrm>
            <a:off x="442913" y="1598686"/>
            <a:ext cx="11269662" cy="4746552"/>
          </a:xfrm>
          <a:solidFill>
            <a:schemeClr val="accent4"/>
          </a:solidFill>
        </p:spPr>
        <p:txBody>
          <a:bodyPr anchor="ctr">
            <a:normAutofit/>
          </a:bodyPr>
          <a:lstStyle>
            <a:lvl1pPr algn="ctr">
              <a:defRPr sz="1400" b="1"/>
            </a:lvl1pPr>
          </a:lstStyle>
          <a:p>
            <a:r>
              <a:rPr lang="de-DE" dirty="0"/>
              <a:t>Bild einfügen</a:t>
            </a:r>
          </a:p>
        </p:txBody>
      </p:sp>
      <p:sp>
        <p:nvSpPr>
          <p:cNvPr id="14" name="Textplatzhalter 13">
            <a:extLst>
              <a:ext uri="{FF2B5EF4-FFF2-40B4-BE49-F238E27FC236}">
                <a16:creationId xmlns:a16="http://schemas.microsoft.com/office/drawing/2014/main" id="{14ADE11E-7362-62EF-BBF2-AEFCF090A8EB}"/>
              </a:ext>
            </a:extLst>
          </p:cNvPr>
          <p:cNvSpPr>
            <a:spLocks noGrp="1"/>
          </p:cNvSpPr>
          <p:nvPr>
            <p:ph type="body" sz="quarter" idx="13" hasCustomPrompt="1"/>
          </p:nvPr>
        </p:nvSpPr>
        <p:spPr>
          <a:xfrm>
            <a:off x="7908925" y="1781246"/>
            <a:ext cx="4283075" cy="4003675"/>
          </a:xfrm>
          <a:solidFill>
            <a:schemeClr val="tx2"/>
          </a:solidFill>
        </p:spPr>
        <p:txBody>
          <a:bodyPr lIns="252000" tIns="180000" rIns="468000" bIns="180000">
            <a:noAutofit/>
          </a:bodyPr>
          <a:lstStyle>
            <a:lvl1pPr>
              <a:lnSpc>
                <a:spcPts val="1800"/>
              </a:lnSpc>
              <a:spcAft>
                <a:spcPts val="0"/>
              </a:spcAft>
              <a:defRPr sz="1400" b="1">
                <a:solidFill>
                  <a:schemeClr val="bg1"/>
                </a:solidFill>
              </a:defRPr>
            </a:lvl1pPr>
            <a:lvl2pPr>
              <a:lnSpc>
                <a:spcPts val="1800"/>
              </a:lnSpc>
              <a:spcAft>
                <a:spcPts val="1800"/>
              </a:spcAft>
              <a:defRPr sz="1400">
                <a:solidFill>
                  <a:schemeClr val="bg1"/>
                </a:solidFill>
              </a:defRPr>
            </a:lvl2pPr>
            <a:lvl3pPr>
              <a:lnSpc>
                <a:spcPts val="1800"/>
              </a:lnSpc>
              <a:spcAft>
                <a:spcPts val="0"/>
              </a:spcAft>
              <a:buClr>
                <a:schemeClr val="bg1"/>
              </a:buClr>
              <a:defRPr sz="1400">
                <a:solidFill>
                  <a:schemeClr val="bg1"/>
                </a:solidFill>
              </a:defRPr>
            </a:lvl3pPr>
            <a:lvl4pPr>
              <a:lnSpc>
                <a:spcPts val="1800"/>
              </a:lnSpc>
              <a:spcAft>
                <a:spcPts val="0"/>
              </a:spcAft>
              <a:defRPr sz="1400">
                <a:solidFill>
                  <a:schemeClr val="bg1"/>
                </a:solidFill>
              </a:defRPr>
            </a:lvl4pPr>
            <a:lvl5pPr>
              <a:lnSpc>
                <a:spcPts val="1800"/>
              </a:lnSpc>
              <a:spcAft>
                <a:spcPts val="0"/>
              </a:spcAft>
              <a:defRPr sz="1400">
                <a:solidFill>
                  <a:schemeClr val="bg1"/>
                </a:solidFill>
              </a:defRPr>
            </a:lvl5pPr>
          </a:lstStyle>
          <a:p>
            <a:pPr lvl="0"/>
            <a:r>
              <a:rPr lang="de-DE"/>
              <a:t>Formatvorlagen des Textmasters bearbeiten</a:t>
            </a:r>
          </a:p>
          <a:p>
            <a:pPr lvl="1"/>
            <a:r>
              <a:rPr lang="de-DE"/>
              <a:t>Zweite Ebene</a:t>
            </a:r>
          </a:p>
          <a:p>
            <a:pPr lvl="2"/>
            <a:r>
              <a:rPr lang="de-DE"/>
              <a:t>Dritte Ebene</a:t>
            </a:r>
          </a:p>
          <a:p>
            <a:pPr lvl="3"/>
            <a:r>
              <a:rPr lang="de-DE"/>
              <a:t>Vierte Ebene</a:t>
            </a:r>
          </a:p>
          <a:p>
            <a:pPr lvl="4"/>
            <a:r>
              <a:rPr lang="de-DE"/>
              <a:t>Fünfte Ebene</a:t>
            </a:r>
            <a:endParaRPr lang="de-DE" dirty="0"/>
          </a:p>
        </p:txBody>
      </p:sp>
      <p:sp>
        <p:nvSpPr>
          <p:cNvPr id="6" name="Datumsplatzhalter 17">
            <a:extLst>
              <a:ext uri="{FF2B5EF4-FFF2-40B4-BE49-F238E27FC236}">
                <a16:creationId xmlns:a16="http://schemas.microsoft.com/office/drawing/2014/main" id="{202938A6-A543-074F-A0F6-4717C4970E8D}"/>
              </a:ext>
            </a:extLst>
          </p:cNvPr>
          <p:cNvSpPr>
            <a:spLocks noGrp="1"/>
          </p:cNvSpPr>
          <p:nvPr>
            <p:ph type="dt" sz="half" idx="10"/>
          </p:nvPr>
        </p:nvSpPr>
        <p:spPr>
          <a:xfrm>
            <a:off x="818403" y="6436010"/>
            <a:ext cx="981075" cy="365125"/>
          </a:xfrm>
        </p:spPr>
        <p:txBody>
          <a:bodyPr/>
          <a:lstStyle/>
          <a:p>
            <a:fld id="{4DDB5538-DA78-4C2C-BF6B-9485BBAF1D80}" type="datetimeFigureOut">
              <a:rPr lang="en-US" smtClean="0"/>
              <a:t>10/14/2025</a:t>
            </a:fld>
            <a:endParaRPr lang="en-US"/>
          </a:p>
        </p:txBody>
      </p:sp>
      <p:sp>
        <p:nvSpPr>
          <p:cNvPr id="8" name="Fußzeilenplatzhalter 18">
            <a:extLst>
              <a:ext uri="{FF2B5EF4-FFF2-40B4-BE49-F238E27FC236}">
                <a16:creationId xmlns:a16="http://schemas.microsoft.com/office/drawing/2014/main" id="{4727707A-3842-B448-B330-D269BB43F2D5}"/>
              </a:ext>
            </a:extLst>
          </p:cNvPr>
          <p:cNvSpPr>
            <a:spLocks noGrp="1"/>
          </p:cNvSpPr>
          <p:nvPr>
            <p:ph type="ftr" sz="quarter" idx="11"/>
          </p:nvPr>
        </p:nvSpPr>
        <p:spPr>
          <a:xfrm>
            <a:off x="1972067" y="6436010"/>
            <a:ext cx="5924158" cy="365125"/>
          </a:xfrm>
        </p:spPr>
        <p:txBody>
          <a:bodyPr/>
          <a:lstStyle/>
          <a:p>
            <a:endParaRPr lang="en-US"/>
          </a:p>
        </p:txBody>
      </p:sp>
      <p:sp>
        <p:nvSpPr>
          <p:cNvPr id="9" name="Foliennummernplatzhalter 19">
            <a:extLst>
              <a:ext uri="{FF2B5EF4-FFF2-40B4-BE49-F238E27FC236}">
                <a16:creationId xmlns:a16="http://schemas.microsoft.com/office/drawing/2014/main" id="{ED562575-345B-C64B-B115-17E64825FC06}"/>
              </a:ext>
            </a:extLst>
          </p:cNvPr>
          <p:cNvSpPr>
            <a:spLocks noGrp="1"/>
          </p:cNvSpPr>
          <p:nvPr>
            <p:ph type="sldNum" sz="quarter" idx="12"/>
          </p:nvPr>
        </p:nvSpPr>
        <p:spPr>
          <a:xfrm>
            <a:off x="11531078" y="6419198"/>
            <a:ext cx="487680" cy="398749"/>
          </a:xfrm>
        </p:spPr>
        <p:txBody>
          <a:bodyPr/>
          <a:lstStyle/>
          <a:p>
            <a:fld id="{81561042-0DC2-4A04-AA50-F6D44EB20EBA}" type="slidenum">
              <a:rPr lang="en-US" smtClean="0"/>
              <a:t>‹#›</a:t>
            </a:fld>
            <a:endParaRPr lang="en-US"/>
          </a:p>
        </p:txBody>
      </p:sp>
    </p:spTree>
    <p:extLst>
      <p:ext uri="{BB962C8B-B14F-4D97-AF65-F5344CB8AC3E}">
        <p14:creationId xmlns:p14="http://schemas.microsoft.com/office/powerpoint/2010/main" val="20636614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Abschlussfolie">
    <p:bg>
      <p:bgRef idx="1001">
        <a:schemeClr val="bg1"/>
      </p:bgRef>
    </p:bg>
    <p:spTree>
      <p:nvGrpSpPr>
        <p:cNvPr id="1" name=""/>
        <p:cNvGrpSpPr/>
        <p:nvPr/>
      </p:nvGrpSpPr>
      <p:grpSpPr>
        <a:xfrm>
          <a:off x="0" y="0"/>
          <a:ext cx="0" cy="0"/>
          <a:chOff x="0" y="0"/>
          <a:chExt cx="0" cy="0"/>
        </a:xfrm>
      </p:grpSpPr>
      <p:pic>
        <p:nvPicPr>
          <p:cNvPr id="5" name="Grafik 4">
            <a:extLst>
              <a:ext uri="{FF2B5EF4-FFF2-40B4-BE49-F238E27FC236}">
                <a16:creationId xmlns:a16="http://schemas.microsoft.com/office/drawing/2014/main" id="{878E766A-EC20-9C9C-B13C-029F825225A1}"/>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684787" y="-627015"/>
            <a:ext cx="10703154" cy="7563394"/>
          </a:xfrm>
          <a:prstGeom prst="rect">
            <a:avLst/>
          </a:prstGeom>
        </p:spPr>
      </p:pic>
      <p:sp>
        <p:nvSpPr>
          <p:cNvPr id="2" name="Titel 1">
            <a:extLst>
              <a:ext uri="{FF2B5EF4-FFF2-40B4-BE49-F238E27FC236}">
                <a16:creationId xmlns:a16="http://schemas.microsoft.com/office/drawing/2014/main" id="{491E7557-FFC8-901D-6795-F4D3C0313350}"/>
              </a:ext>
            </a:extLst>
          </p:cNvPr>
          <p:cNvSpPr>
            <a:spLocks noGrp="1"/>
          </p:cNvSpPr>
          <p:nvPr>
            <p:ph type="ctrTitle"/>
          </p:nvPr>
        </p:nvSpPr>
        <p:spPr>
          <a:xfrm>
            <a:off x="1017457" y="1152000"/>
            <a:ext cx="6878767" cy="1080000"/>
          </a:xfrm>
        </p:spPr>
        <p:txBody>
          <a:bodyPr anchor="b">
            <a:noAutofit/>
          </a:bodyPr>
          <a:lstStyle>
            <a:lvl1pPr algn="l">
              <a:lnSpc>
                <a:spcPts val="3800"/>
              </a:lnSpc>
              <a:defRPr sz="3200"/>
            </a:lvl1pPr>
          </a:lstStyle>
          <a:p>
            <a:r>
              <a:rPr lang="en-US"/>
              <a:t>Click to edit Master title style</a:t>
            </a:r>
            <a:endParaRPr lang="de-DE" dirty="0"/>
          </a:p>
        </p:txBody>
      </p:sp>
      <p:pic>
        <p:nvPicPr>
          <p:cNvPr id="14" name="Grafik 13">
            <a:extLst>
              <a:ext uri="{FF2B5EF4-FFF2-40B4-BE49-F238E27FC236}">
                <a16:creationId xmlns:a16="http://schemas.microsoft.com/office/drawing/2014/main" id="{B42D6A7C-82FB-4F02-5BF7-B3823B00A3F5}"/>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65589" y="5734050"/>
            <a:ext cx="2229230" cy="828000"/>
          </a:xfrm>
          <a:prstGeom prst="rect">
            <a:avLst/>
          </a:prstGeom>
        </p:spPr>
      </p:pic>
      <p:sp>
        <p:nvSpPr>
          <p:cNvPr id="21" name="Untertitel 2">
            <a:extLst>
              <a:ext uri="{FF2B5EF4-FFF2-40B4-BE49-F238E27FC236}">
                <a16:creationId xmlns:a16="http://schemas.microsoft.com/office/drawing/2014/main" id="{5C27F83D-4502-F633-8DDB-783242CE7644}"/>
              </a:ext>
            </a:extLst>
          </p:cNvPr>
          <p:cNvSpPr>
            <a:spLocks noGrp="1"/>
          </p:cNvSpPr>
          <p:nvPr>
            <p:ph type="subTitle" idx="1"/>
          </p:nvPr>
        </p:nvSpPr>
        <p:spPr>
          <a:xfrm>
            <a:off x="1017456" y="2388247"/>
            <a:ext cx="6878767" cy="755133"/>
          </a:xfrm>
        </p:spPr>
        <p:txBody>
          <a:bodyPr/>
          <a:lstStyle>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de-DE" dirty="0"/>
          </a:p>
        </p:txBody>
      </p:sp>
      <p:pic>
        <p:nvPicPr>
          <p:cNvPr id="8" name="Grafik 7">
            <a:extLst>
              <a:ext uri="{FF2B5EF4-FFF2-40B4-BE49-F238E27FC236}">
                <a16:creationId xmlns:a16="http://schemas.microsoft.com/office/drawing/2014/main" id="{A1A0946B-53F8-C491-D622-E024CF242E23}"/>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65589" y="5734050"/>
            <a:ext cx="2229230" cy="828000"/>
          </a:xfrm>
          <a:prstGeom prst="rect">
            <a:avLst/>
          </a:prstGeom>
        </p:spPr>
      </p:pic>
      <p:pic>
        <p:nvPicPr>
          <p:cNvPr id="3" name="Grafik 2">
            <a:extLst>
              <a:ext uri="{FF2B5EF4-FFF2-40B4-BE49-F238E27FC236}">
                <a16:creationId xmlns:a16="http://schemas.microsoft.com/office/drawing/2014/main" id="{46FAD342-F481-A821-81B2-A75DD97277B6}"/>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0026263" y="453524"/>
            <a:ext cx="1702800" cy="965767"/>
          </a:xfrm>
          <a:prstGeom prst="rect">
            <a:avLst/>
          </a:prstGeom>
        </p:spPr>
      </p:pic>
    </p:spTree>
    <p:extLst>
      <p:ext uri="{BB962C8B-B14F-4D97-AF65-F5344CB8AC3E}">
        <p14:creationId xmlns:p14="http://schemas.microsoft.com/office/powerpoint/2010/main" val="241091636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orient="horz" pos="2160">
          <p15:clr>
            <a:srgbClr val="FBAE40"/>
          </p15:clr>
        </p15:guide>
        <p15:guide id="4" pos="3840">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cSld name="1_Titelfolie">
    <p:spTree>
      <p:nvGrpSpPr>
        <p:cNvPr id="1" name=""/>
        <p:cNvGrpSpPr/>
        <p:nvPr/>
      </p:nvGrpSpPr>
      <p:grpSpPr>
        <a:xfrm>
          <a:off x="0" y="0"/>
          <a:ext cx="0" cy="0"/>
          <a:chOff x="0" y="0"/>
          <a:chExt cx="0" cy="0"/>
        </a:xfrm>
      </p:grpSpPr>
      <p:sp>
        <p:nvSpPr>
          <p:cNvPr id="4" name="Rechteck 3"/>
          <p:cNvSpPr/>
          <p:nvPr/>
        </p:nvSpPr>
        <p:spPr bwMode="gray">
          <a:xfrm>
            <a:off x="9504379" y="270730"/>
            <a:ext cx="2687621" cy="157409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4000" tIns="96000" rIns="144000" bIns="96000" numCol="1" spcCol="0" rtlCol="0" fromWordArt="0" anchor="ctr" anchorCtr="0" forceAA="0" compatLnSpc="1">
            <a:prstTxWarp prst="textNoShape">
              <a:avLst/>
            </a:prstTxWarp>
            <a:noAutofit/>
          </a:bodyPr>
          <a:lstStyle/>
          <a:p>
            <a:pPr algn="ctr">
              <a:spcBef>
                <a:spcPts val="400"/>
              </a:spcBef>
              <a:spcAft>
                <a:spcPts val="400"/>
              </a:spcAft>
            </a:pPr>
            <a:endParaRPr lang="de-DE" sz="1600" b="1" dirty="0" err="1">
              <a:solidFill>
                <a:schemeClr val="bg1"/>
              </a:solidFill>
            </a:endParaRPr>
          </a:p>
        </p:txBody>
      </p:sp>
      <p:sp>
        <p:nvSpPr>
          <p:cNvPr id="14" name="Rectangle 13"/>
          <p:cNvSpPr/>
          <p:nvPr/>
        </p:nvSpPr>
        <p:spPr bwMode="gray">
          <a:xfrm>
            <a:off x="143340" y="2"/>
            <a:ext cx="9841093" cy="155679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1" name="Rectangle 20"/>
          <p:cNvSpPr/>
          <p:nvPr/>
        </p:nvSpPr>
        <p:spPr bwMode="gray">
          <a:xfrm>
            <a:off x="239186" y="3909485"/>
            <a:ext cx="11468097" cy="273684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4" name="Picture Placeholder 23"/>
          <p:cNvSpPr>
            <a:spLocks noGrp="1"/>
          </p:cNvSpPr>
          <p:nvPr>
            <p:ph type="pic" sz="quarter" idx="10" hasCustomPrompt="1"/>
          </p:nvPr>
        </p:nvSpPr>
        <p:spPr bwMode="gray">
          <a:xfrm>
            <a:off x="478367" y="1411817"/>
            <a:ext cx="11474451" cy="4993217"/>
          </a:xfrm>
          <a:noFill/>
          <a:ln>
            <a:noFill/>
          </a:ln>
        </p:spPr>
        <p:txBody>
          <a:bodyPr anchor="ctr"/>
          <a:lstStyle>
            <a:lvl1pPr algn="ctr">
              <a:defRPr i="1"/>
            </a:lvl1pPr>
          </a:lstStyle>
          <a:p>
            <a:r>
              <a:rPr lang="de-DE" dirty="0"/>
              <a:t>Insert </a:t>
            </a:r>
            <a:r>
              <a:rPr lang="de-DE" dirty="0" err="1"/>
              <a:t>picture</a:t>
            </a:r>
            <a:r>
              <a:rPr lang="de-DE" dirty="0"/>
              <a:t> by </a:t>
            </a:r>
            <a:br>
              <a:rPr lang="de-DE" dirty="0"/>
            </a:br>
            <a:r>
              <a:rPr lang="de-DE" dirty="0" err="1"/>
              <a:t>clicking</a:t>
            </a:r>
            <a:r>
              <a:rPr lang="de-DE" dirty="0"/>
              <a:t> the </a:t>
            </a:r>
            <a:r>
              <a:rPr lang="de-DE" dirty="0" err="1"/>
              <a:t>icon</a:t>
            </a:r>
            <a:endParaRPr lang="de-DE" dirty="0"/>
          </a:p>
          <a:p>
            <a:endParaRPr lang="de-DE" dirty="0"/>
          </a:p>
          <a:p>
            <a:endParaRPr lang="de-DE" dirty="0"/>
          </a:p>
          <a:p>
            <a:endParaRPr lang="de-DE" dirty="0"/>
          </a:p>
          <a:p>
            <a:endParaRPr lang="en-US" dirty="0"/>
          </a:p>
        </p:txBody>
      </p:sp>
      <p:sp>
        <p:nvSpPr>
          <p:cNvPr id="6" name="Textplatzhalter 5"/>
          <p:cNvSpPr>
            <a:spLocks noGrp="1"/>
          </p:cNvSpPr>
          <p:nvPr>
            <p:ph type="body" sz="quarter" idx="11" hasCustomPrompt="1"/>
          </p:nvPr>
        </p:nvSpPr>
        <p:spPr>
          <a:xfrm>
            <a:off x="239186" y="3902392"/>
            <a:ext cx="11468097" cy="2743941"/>
          </a:xfrm>
          <a:solidFill>
            <a:schemeClr val="accent1">
              <a:alpha val="70000"/>
            </a:schemeClr>
          </a:solidFill>
        </p:spPr>
        <p:txBody>
          <a:bodyPr vert="horz" lIns="108000" tIns="252000" rIns="0" bIns="0" rtlCol="0" anchor="t" anchorCtr="0">
            <a:noAutofit/>
          </a:bodyPr>
          <a:lstStyle>
            <a:lvl1pPr>
              <a:defRPr lang="de-DE" sz="2667" baseline="0" dirty="0">
                <a:solidFill>
                  <a:schemeClr val="bg1"/>
                </a:solidFill>
                <a:latin typeface="+mj-lt"/>
                <a:ea typeface="+mj-ea"/>
                <a:cs typeface="+mj-cs"/>
              </a:defRPr>
            </a:lvl1pPr>
          </a:lstStyle>
          <a:p>
            <a:pPr lvl="0">
              <a:spcBef>
                <a:spcPct val="0"/>
              </a:spcBef>
            </a:pPr>
            <a:r>
              <a:rPr lang="de-DE" dirty="0"/>
              <a:t>   </a:t>
            </a:r>
          </a:p>
        </p:txBody>
      </p:sp>
      <p:sp>
        <p:nvSpPr>
          <p:cNvPr id="2" name="Title 1"/>
          <p:cNvSpPr>
            <a:spLocks noGrp="1"/>
          </p:cNvSpPr>
          <p:nvPr>
            <p:ph type="ctrTitle" hasCustomPrompt="1"/>
          </p:nvPr>
        </p:nvSpPr>
        <p:spPr bwMode="gray">
          <a:xfrm>
            <a:off x="478365" y="3902393"/>
            <a:ext cx="11228919" cy="1375516"/>
          </a:xfrm>
          <a:noFill/>
        </p:spPr>
        <p:txBody>
          <a:bodyPr lIns="108000" tIns="0"/>
          <a:lstStyle>
            <a:lvl1pPr>
              <a:defRPr sz="2667">
                <a:solidFill>
                  <a:schemeClr val="bg1"/>
                </a:solidFill>
              </a:defRPr>
            </a:lvl1pPr>
          </a:lstStyle>
          <a:p>
            <a:r>
              <a:rPr lang="en-US" dirty="0" err="1"/>
              <a:t>Presentationtitle</a:t>
            </a:r>
            <a:br>
              <a:rPr lang="en-US" dirty="0"/>
            </a:br>
            <a:r>
              <a:rPr lang="en-US" dirty="0"/>
              <a:t>up to maximum 2 lines</a:t>
            </a:r>
          </a:p>
        </p:txBody>
      </p:sp>
      <p:sp>
        <p:nvSpPr>
          <p:cNvPr id="3" name="Subtitle 2"/>
          <p:cNvSpPr>
            <a:spLocks noGrp="1"/>
          </p:cNvSpPr>
          <p:nvPr>
            <p:ph type="subTitle" idx="1" hasCustomPrompt="1"/>
          </p:nvPr>
        </p:nvSpPr>
        <p:spPr bwMode="gray">
          <a:xfrm>
            <a:off x="478365" y="5277909"/>
            <a:ext cx="11228919" cy="1120033"/>
          </a:xfrm>
        </p:spPr>
        <p:txBody>
          <a:bodyPr rIns="108000"/>
          <a:lstStyle>
            <a:lvl1pPr marL="0" indent="0" algn="r">
              <a:buNone/>
              <a:defRPr sz="1867">
                <a:solidFill>
                  <a:schemeClr val="bg1"/>
                </a:solidFill>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US" dirty="0"/>
              <a:t>Speaker</a:t>
            </a:r>
            <a:br>
              <a:rPr lang="en-US" dirty="0"/>
            </a:br>
            <a:r>
              <a:rPr lang="en-US" dirty="0"/>
              <a:t>Job Description</a:t>
            </a:r>
            <a:br>
              <a:rPr lang="en-US" dirty="0"/>
            </a:br>
            <a:r>
              <a:rPr lang="en-US" dirty="0"/>
              <a:t>Institute</a:t>
            </a:r>
          </a:p>
        </p:txBody>
      </p:sp>
      <p:pic>
        <p:nvPicPr>
          <p:cNvPr id="18" name="Grafik 1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199554" y="319756"/>
            <a:ext cx="1745332" cy="989021"/>
          </a:xfrm>
          <a:prstGeom prst="rect">
            <a:avLst/>
          </a:prstGeom>
        </p:spPr>
      </p:pic>
      <p:pic>
        <p:nvPicPr>
          <p:cNvPr id="20" name="Picture 2" descr="https://www.uni-potsdam.de/fileadmin01/projects/zavz/images/logos/01_UPjpg.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381888" y="319757"/>
            <a:ext cx="953881" cy="10079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17135612"/>
      </p:ext>
    </p:extLst>
  </p:cSld>
  <p:clrMapOvr>
    <a:masterClrMapping/>
  </p:clrMapOvr>
  <p:transition>
    <p:fade/>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a:xfrm>
            <a:off x="9971903" y="6486805"/>
            <a:ext cx="1346886" cy="260300"/>
          </a:xfrm>
        </p:spPr>
        <p:txBody>
          <a:bodyPr/>
          <a:lstStyle/>
          <a:p>
            <a:fld id="{4DDB5538-DA78-4C2C-BF6B-9485BBAF1D80}" type="datetimeFigureOut">
              <a:rPr lang="en-US" smtClean="0"/>
              <a:t>10/14/2025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11318789" y="6486805"/>
            <a:ext cx="632966" cy="260792"/>
          </a:xfrm>
        </p:spPr>
        <p:txBody>
          <a:bodyPr/>
          <a:lstStyle/>
          <a:p>
            <a:fld id="{81561042-0DC2-4A04-AA50-F6D44EB20EBA}" type="slidenum">
              <a:rPr lang="en-US" smtClean="0"/>
              <a:t>‹#›</a:t>
            </a:fld>
            <a:endParaRPr lang="en-US"/>
          </a:p>
        </p:txBody>
      </p:sp>
    </p:spTree>
    <p:extLst>
      <p:ext uri="{BB962C8B-B14F-4D97-AF65-F5344CB8AC3E}">
        <p14:creationId xmlns:p14="http://schemas.microsoft.com/office/powerpoint/2010/main" val="2776811098"/>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cSld name="Title and Content - Bullet Point">
    <p:spTree>
      <p:nvGrpSpPr>
        <p:cNvPr id="1" name=""/>
        <p:cNvGrpSpPr/>
        <p:nvPr/>
      </p:nvGrpSpPr>
      <p:grpSpPr>
        <a:xfrm>
          <a:off x="0" y="0"/>
          <a:ext cx="0" cy="0"/>
          <a:chOff x="0" y="0"/>
          <a:chExt cx="0" cy="0"/>
        </a:xfrm>
      </p:grpSpPr>
      <p:sp>
        <p:nvSpPr>
          <p:cNvPr id="11" name="Text Placeholder 10"/>
          <p:cNvSpPr>
            <a:spLocks noGrp="1"/>
          </p:cNvSpPr>
          <p:nvPr>
            <p:ph type="body" sz="quarter" idx="13"/>
          </p:nvPr>
        </p:nvSpPr>
        <p:spPr bwMode="gray">
          <a:xfrm>
            <a:off x="478369" y="1225486"/>
            <a:ext cx="11474451" cy="2141612"/>
          </a:xfrm>
        </p:spPr>
        <p:txBody>
          <a:bodyPr>
            <a:spAutoFit/>
          </a:bodyPr>
          <a:lstStyle>
            <a:lvl1pPr marL="239994" indent="-239994">
              <a:buClr>
                <a:schemeClr val="accent1"/>
              </a:buClr>
              <a:buFont typeface="Arial" panose="020B0604020202020204" pitchFamily="34" charset="0"/>
              <a:buChar char="■"/>
              <a:defRPr baseline="0"/>
            </a:lvl1pPr>
            <a:lvl2pPr marL="479988" indent="-241294">
              <a:buFont typeface="Arial" panose="020B0604020202020204" pitchFamily="34" charset="0"/>
              <a:buChar char="□"/>
              <a:defRPr/>
            </a:lvl2pPr>
            <a:lvl3pPr marL="719982" indent="-239994">
              <a:buFont typeface="Arial" panose="020B0604020202020204" pitchFamily="34" charset="0"/>
              <a:buChar char="–"/>
              <a:defRPr/>
            </a:lvl3pPr>
            <a:lvl4pPr marL="359991" indent="-359991">
              <a:buFont typeface="+mj-lt"/>
              <a:buAutoNum type="arabicPeriod"/>
              <a:defRPr/>
            </a:lvl4pPr>
            <a:lvl5pPr marL="719982" indent="-359991">
              <a:buFont typeface="+mj-lt"/>
              <a:buAutoNum type="alphaLcParenR"/>
              <a:defRPr/>
            </a:lvl5pPr>
            <a:lvl6pPr marL="0" indent="0">
              <a:spcBef>
                <a:spcPts val="533"/>
              </a:spcBef>
              <a:spcAft>
                <a:spcPts val="533"/>
              </a:spcAft>
              <a:buNone/>
              <a:defRPr sz="2133" cap="all" baseline="0">
                <a:solidFill>
                  <a:schemeClr val="accent1"/>
                </a:solidFill>
              </a:defRPr>
            </a:lvl6pPr>
            <a:lvl7pPr>
              <a:defRPr/>
            </a:lvl7pPr>
            <a:lvl8pPr>
              <a:defRPr/>
            </a:lvl8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Title 11"/>
          <p:cNvSpPr>
            <a:spLocks noGrp="1"/>
          </p:cNvSpPr>
          <p:nvPr>
            <p:ph type="title" hasCustomPrompt="1"/>
          </p:nvPr>
        </p:nvSpPr>
        <p:spPr bwMode="gray"/>
        <p:txBody>
          <a:bodyPr/>
          <a:lstStyle/>
          <a:p>
            <a:r>
              <a:rPr lang="de-DE" dirty="0"/>
              <a:t>Write your title- maximum 2 lines</a:t>
            </a:r>
            <a:endParaRPr lang="en-US" dirty="0"/>
          </a:p>
        </p:txBody>
      </p:sp>
      <p:sp>
        <p:nvSpPr>
          <p:cNvPr id="2" name="Date Placeholder 1"/>
          <p:cNvSpPr>
            <a:spLocks noGrp="1"/>
          </p:cNvSpPr>
          <p:nvPr>
            <p:ph type="dt" sz="half" idx="14"/>
          </p:nvPr>
        </p:nvSpPr>
        <p:spPr>
          <a:xfrm>
            <a:off x="9996626" y="6501896"/>
            <a:ext cx="1214626" cy="253655"/>
          </a:xfrm>
        </p:spPr>
        <p:txBody>
          <a:bodyPr/>
          <a:lstStyle/>
          <a:p>
            <a:fld id="{4DDB5538-DA78-4C2C-BF6B-9485BBAF1D80}" type="datetimeFigureOut">
              <a:rPr lang="en-US" smtClean="0"/>
              <a:t>10/14/2025</a:t>
            </a:fld>
            <a:endParaRPr lang="en-US"/>
          </a:p>
        </p:txBody>
      </p:sp>
      <p:sp>
        <p:nvSpPr>
          <p:cNvPr id="3" name="Footer Placeholder 2"/>
          <p:cNvSpPr>
            <a:spLocks noGrp="1"/>
          </p:cNvSpPr>
          <p:nvPr>
            <p:ph type="ftr" sz="quarter" idx="15"/>
          </p:nvPr>
        </p:nvSpPr>
        <p:spPr>
          <a:xfrm>
            <a:off x="478369" y="6513922"/>
            <a:ext cx="2063751" cy="241629"/>
          </a:xfrm>
        </p:spPr>
        <p:txBody>
          <a:bodyPr/>
          <a:lstStyle/>
          <a:p>
            <a:endParaRPr lang="en-US"/>
          </a:p>
        </p:txBody>
      </p:sp>
      <p:sp>
        <p:nvSpPr>
          <p:cNvPr id="4" name="Slide Number Placeholder 3"/>
          <p:cNvSpPr>
            <a:spLocks noGrp="1"/>
          </p:cNvSpPr>
          <p:nvPr>
            <p:ph type="sldNum" sz="quarter" idx="16"/>
          </p:nvPr>
        </p:nvSpPr>
        <p:spPr>
          <a:xfrm>
            <a:off x="11219935" y="6526804"/>
            <a:ext cx="732885" cy="228747"/>
          </a:xfrm>
        </p:spPr>
        <p:txBody>
          <a:bodyPr/>
          <a:lstStyle/>
          <a:p>
            <a:fld id="{81561042-0DC2-4A04-AA50-F6D44EB20EBA}" type="slidenum">
              <a:rPr lang="en-US" smtClean="0"/>
              <a:t>‹#›</a:t>
            </a:fld>
            <a:endParaRPr lang="en-US"/>
          </a:p>
        </p:txBody>
      </p:sp>
    </p:spTree>
    <p:extLst>
      <p:ext uri="{BB962C8B-B14F-4D97-AF65-F5344CB8AC3E}">
        <p14:creationId xmlns:p14="http://schemas.microsoft.com/office/powerpoint/2010/main" val="2724308608"/>
      </p:ext>
    </p:extLst>
  </p:cSld>
  <p:clrMapOvr>
    <a:masterClrMapping/>
  </p:clrMapOvr>
  <p:transition>
    <p:fade/>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671513-3E4F-4F85-8044-27F5FCBEF21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767C422-BD6C-4F48-90BB-A01C457D803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0189B59-42D8-4BA7-A41F-0A6EFB2EF9D0}"/>
              </a:ext>
            </a:extLst>
          </p:cNvPr>
          <p:cNvSpPr>
            <a:spLocks noGrp="1"/>
          </p:cNvSpPr>
          <p:nvPr>
            <p:ph type="dt" sz="half" idx="10"/>
          </p:nvPr>
        </p:nvSpPr>
        <p:spPr/>
        <p:txBody>
          <a:bodyPr/>
          <a:lstStyle/>
          <a:p>
            <a:fld id="{4DDB5538-DA78-4C2C-BF6B-9485BBAF1D80}" type="datetimeFigureOut">
              <a:rPr lang="en-US" smtClean="0"/>
              <a:t>10/14/2025</a:t>
            </a:fld>
            <a:endParaRPr lang="en-US"/>
          </a:p>
        </p:txBody>
      </p:sp>
      <p:sp>
        <p:nvSpPr>
          <p:cNvPr id="5" name="Footer Placeholder 4">
            <a:extLst>
              <a:ext uri="{FF2B5EF4-FFF2-40B4-BE49-F238E27FC236}">
                <a16:creationId xmlns:a16="http://schemas.microsoft.com/office/drawing/2014/main" id="{FD8839DF-10E3-422C-8C24-E993391AED3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5A126DC-405E-4066-8C79-D21920D85700}"/>
              </a:ext>
            </a:extLst>
          </p:cNvPr>
          <p:cNvSpPr>
            <a:spLocks noGrp="1"/>
          </p:cNvSpPr>
          <p:nvPr>
            <p:ph type="sldNum" sz="quarter" idx="12"/>
          </p:nvPr>
        </p:nvSpPr>
        <p:spPr/>
        <p:txBody>
          <a:bodyPr/>
          <a:lstStyle/>
          <a:p>
            <a:fld id="{81561042-0DC2-4A04-AA50-F6D44EB20EBA}" type="slidenum">
              <a:rPr lang="en-US" smtClean="0"/>
              <a:t>‹#›</a:t>
            </a:fld>
            <a:endParaRPr lang="en-US"/>
          </a:p>
        </p:txBody>
      </p:sp>
    </p:spTree>
    <p:extLst>
      <p:ext uri="{BB962C8B-B14F-4D97-AF65-F5344CB8AC3E}">
        <p14:creationId xmlns:p14="http://schemas.microsoft.com/office/powerpoint/2010/main" val="3596773259"/>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cSld name="Dividerslide">
    <p:spTree>
      <p:nvGrpSpPr>
        <p:cNvPr id="1" name=""/>
        <p:cNvGrpSpPr/>
        <p:nvPr/>
      </p:nvGrpSpPr>
      <p:grpSpPr>
        <a:xfrm>
          <a:off x="0" y="0"/>
          <a:ext cx="0" cy="0"/>
          <a:chOff x="0" y="0"/>
          <a:chExt cx="0" cy="0"/>
        </a:xfrm>
      </p:grpSpPr>
      <p:sp>
        <p:nvSpPr>
          <p:cNvPr id="2" name="Title 1"/>
          <p:cNvSpPr>
            <a:spLocks noGrp="1"/>
          </p:cNvSpPr>
          <p:nvPr>
            <p:ph type="ctrTitle" hasCustomPrompt="1"/>
          </p:nvPr>
        </p:nvSpPr>
        <p:spPr bwMode="gray">
          <a:xfrm>
            <a:off x="478368" y="3909485"/>
            <a:ext cx="11228913" cy="2495551"/>
          </a:xfrm>
          <a:solidFill>
            <a:srgbClr val="DD640C"/>
          </a:solidFill>
        </p:spPr>
        <p:txBody>
          <a:bodyPr lIns="108000" tIns="252000" rIns="108000" bIns="252000" anchor="ctr" anchorCtr="0"/>
          <a:lstStyle>
            <a:lvl1pPr algn="ctr">
              <a:defRPr sz="3200">
                <a:solidFill>
                  <a:schemeClr val="bg1"/>
                </a:solidFill>
              </a:defRPr>
            </a:lvl1pPr>
          </a:lstStyle>
          <a:p>
            <a:r>
              <a:rPr lang="en-US" dirty="0" err="1"/>
              <a:t>Presentationtitle</a:t>
            </a:r>
            <a:br>
              <a:rPr lang="en-US" dirty="0"/>
            </a:br>
            <a:r>
              <a:rPr lang="en-US" dirty="0"/>
              <a:t>up to maximum 2 lines</a:t>
            </a:r>
          </a:p>
        </p:txBody>
      </p:sp>
    </p:spTree>
    <p:extLst>
      <p:ext uri="{BB962C8B-B14F-4D97-AF65-F5344CB8AC3E}">
        <p14:creationId xmlns:p14="http://schemas.microsoft.com/office/powerpoint/2010/main" val="1921094381"/>
      </p:ext>
    </p:extLst>
  </p:cSld>
  <p:clrMapOvr>
    <a:masterClrMapping/>
  </p:clrMapOvr>
  <p:transition spd="slow">
    <p:wipe dir="d"/>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p:cSld name="Agenda">
    <p:spTree>
      <p:nvGrpSpPr>
        <p:cNvPr id="1" name=""/>
        <p:cNvGrpSpPr/>
        <p:nvPr/>
      </p:nvGrpSpPr>
      <p:grpSpPr>
        <a:xfrm>
          <a:off x="0" y="0"/>
          <a:ext cx="0" cy="0"/>
          <a:chOff x="0" y="0"/>
          <a:chExt cx="0" cy="0"/>
        </a:xfrm>
      </p:grpSpPr>
      <p:sp>
        <p:nvSpPr>
          <p:cNvPr id="4" name="Text Placeholder 3"/>
          <p:cNvSpPr>
            <a:spLocks noGrp="1"/>
          </p:cNvSpPr>
          <p:nvPr>
            <p:ph type="body" sz="quarter" idx="10" hasCustomPrompt="1"/>
          </p:nvPr>
        </p:nvSpPr>
        <p:spPr bwMode="gray">
          <a:xfrm>
            <a:off x="478367" y="1653118"/>
            <a:ext cx="9169400" cy="4751917"/>
          </a:xfrm>
          <a:noFill/>
        </p:spPr>
        <p:txBody>
          <a:bodyPr lIns="0" tIns="72000" rIns="0" bIns="0"/>
          <a:lstStyle>
            <a:lvl1pPr marL="478355" indent="-478355">
              <a:spcBef>
                <a:spcPts val="400"/>
              </a:spcBef>
              <a:spcAft>
                <a:spcPts val="400"/>
              </a:spcAft>
              <a:buClr>
                <a:schemeClr val="accent1"/>
              </a:buClr>
              <a:buSzPct val="100000"/>
              <a:buFont typeface="+mj-lt"/>
              <a:buAutoNum type="arabicPeriod"/>
              <a:defRPr sz="1867">
                <a:solidFill>
                  <a:schemeClr val="tx1"/>
                </a:solidFill>
              </a:defRPr>
            </a:lvl1pPr>
            <a:lvl2pPr marL="839979" indent="-359991">
              <a:spcBef>
                <a:spcPts val="400"/>
              </a:spcBef>
              <a:spcAft>
                <a:spcPts val="400"/>
              </a:spcAft>
              <a:buClr>
                <a:schemeClr val="accent1"/>
              </a:buClr>
              <a:buSzPct val="100000"/>
              <a:buFont typeface="Arial" panose="020B0604020202020204" pitchFamily="34" charset="0"/>
              <a:buChar char="■"/>
              <a:defRPr sz="1867">
                <a:solidFill>
                  <a:schemeClr val="tx1"/>
                </a:solidFill>
              </a:defRPr>
            </a:lvl2pPr>
            <a:lvl3pPr marL="839979" indent="-359991">
              <a:spcBef>
                <a:spcPts val="400"/>
              </a:spcBef>
              <a:spcAft>
                <a:spcPts val="400"/>
              </a:spcAft>
              <a:buClr>
                <a:schemeClr val="accent1"/>
              </a:buClr>
              <a:buSzPct val="100000"/>
              <a:buFont typeface="Arial" panose="020B0604020202020204" pitchFamily="34" charset="0"/>
              <a:buChar char="■"/>
              <a:defRPr sz="1867">
                <a:solidFill>
                  <a:schemeClr val="tx1"/>
                </a:solidFill>
              </a:defRPr>
            </a:lvl3pPr>
            <a:lvl4pPr marL="839979" indent="-359991">
              <a:spcBef>
                <a:spcPts val="400"/>
              </a:spcBef>
              <a:spcAft>
                <a:spcPts val="400"/>
              </a:spcAft>
              <a:buClr>
                <a:schemeClr val="accent1"/>
              </a:buClr>
              <a:buSzPct val="100000"/>
              <a:buFont typeface="Arial" panose="020B0604020202020204" pitchFamily="34" charset="0"/>
              <a:buChar char="■"/>
              <a:defRPr sz="1867">
                <a:solidFill>
                  <a:schemeClr val="tx1"/>
                </a:solidFill>
              </a:defRPr>
            </a:lvl4pPr>
            <a:lvl5pPr marL="839979" indent="-359991">
              <a:spcBef>
                <a:spcPts val="400"/>
              </a:spcBef>
              <a:spcAft>
                <a:spcPts val="400"/>
              </a:spcAft>
              <a:buClr>
                <a:schemeClr val="accent1"/>
              </a:buClr>
              <a:buSzPct val="100000"/>
              <a:buFont typeface="Arial" panose="020B0604020202020204" pitchFamily="34" charset="0"/>
              <a:buChar char="■"/>
              <a:defRPr sz="1867">
                <a:solidFill>
                  <a:schemeClr val="tx1"/>
                </a:solidFill>
              </a:defRPr>
            </a:lvl5pPr>
            <a:lvl6pPr marL="839979" indent="-359991">
              <a:spcBef>
                <a:spcPts val="400"/>
              </a:spcBef>
              <a:spcAft>
                <a:spcPts val="400"/>
              </a:spcAft>
              <a:buClr>
                <a:schemeClr val="accent1"/>
              </a:buClr>
              <a:buSzPct val="100000"/>
              <a:buFont typeface="Arial" panose="020B0604020202020204" pitchFamily="34" charset="0"/>
              <a:buChar char="■"/>
              <a:defRPr sz="1867">
                <a:solidFill>
                  <a:schemeClr val="tx1"/>
                </a:solidFill>
              </a:defRPr>
            </a:lvl6pPr>
            <a:lvl7pPr marL="839979" indent="-359991">
              <a:spcBef>
                <a:spcPts val="400"/>
              </a:spcBef>
              <a:spcAft>
                <a:spcPts val="400"/>
              </a:spcAft>
              <a:buClr>
                <a:schemeClr val="accent1"/>
              </a:buClr>
              <a:buSzPct val="100000"/>
              <a:buFont typeface="Arial" panose="020B0604020202020204" pitchFamily="34" charset="0"/>
              <a:buChar char="■"/>
              <a:defRPr sz="1867">
                <a:solidFill>
                  <a:schemeClr val="tx1"/>
                </a:solidFill>
              </a:defRPr>
            </a:lvl7pPr>
            <a:lvl8pPr marL="839979" indent="-359991">
              <a:spcBef>
                <a:spcPts val="400"/>
              </a:spcBef>
              <a:spcAft>
                <a:spcPts val="400"/>
              </a:spcAft>
              <a:buClr>
                <a:schemeClr val="accent1"/>
              </a:buClr>
              <a:buSzPct val="100000"/>
              <a:buFont typeface="Arial" panose="020B0604020202020204" pitchFamily="34" charset="0"/>
              <a:buChar char="■"/>
              <a:defRPr sz="1867" cap="none" baseline="0">
                <a:solidFill>
                  <a:schemeClr val="tx1"/>
                </a:solidFill>
              </a:defRPr>
            </a:lvl8pPr>
            <a:lvl9pPr marL="839979" indent="-359991">
              <a:spcBef>
                <a:spcPts val="400"/>
              </a:spcBef>
              <a:spcAft>
                <a:spcPts val="400"/>
              </a:spcAft>
              <a:buClr>
                <a:schemeClr val="accent1"/>
              </a:buClr>
              <a:buSzPct val="100000"/>
              <a:buFont typeface="Arial" panose="020B0604020202020204" pitchFamily="34" charset="0"/>
              <a:buChar char="■"/>
              <a:defRPr sz="1867" cap="none" baseline="0">
                <a:solidFill>
                  <a:schemeClr val="tx1"/>
                </a:solidFill>
              </a:defRPr>
            </a:lvl9pPr>
          </a:lstStyle>
          <a:p>
            <a:pPr lvl="0"/>
            <a:r>
              <a:rPr lang="en-US" dirty="0"/>
              <a:t>Click to edit Master text styles</a:t>
            </a:r>
          </a:p>
        </p:txBody>
      </p:sp>
      <p:sp>
        <p:nvSpPr>
          <p:cNvPr id="2" name="Titel 1"/>
          <p:cNvSpPr>
            <a:spLocks noGrp="1"/>
          </p:cNvSpPr>
          <p:nvPr>
            <p:ph type="title" hasCustomPrompt="1"/>
          </p:nvPr>
        </p:nvSpPr>
        <p:spPr/>
        <p:txBody>
          <a:bodyPr/>
          <a:lstStyle/>
          <a:p>
            <a:r>
              <a:rPr lang="de-DE" dirty="0"/>
              <a:t>Write </a:t>
            </a:r>
            <a:r>
              <a:rPr lang="de-DE" dirty="0" err="1"/>
              <a:t>your</a:t>
            </a:r>
            <a:r>
              <a:rPr lang="de-DE" dirty="0"/>
              <a:t> title</a:t>
            </a:r>
            <a:br>
              <a:rPr lang="de-DE" dirty="0"/>
            </a:br>
            <a:r>
              <a:rPr lang="de-DE" dirty="0"/>
              <a:t>- </a:t>
            </a:r>
            <a:r>
              <a:rPr lang="de-DE" dirty="0" err="1"/>
              <a:t>maximum</a:t>
            </a:r>
            <a:r>
              <a:rPr lang="de-DE" dirty="0"/>
              <a:t> 2 </a:t>
            </a:r>
            <a:r>
              <a:rPr lang="de-DE" dirty="0" err="1"/>
              <a:t>lines</a:t>
            </a:r>
            <a:endParaRPr lang="de-DE" dirty="0"/>
          </a:p>
        </p:txBody>
      </p:sp>
      <p:sp>
        <p:nvSpPr>
          <p:cNvPr id="3" name="Datumsplatzhalter 2"/>
          <p:cNvSpPr>
            <a:spLocks noGrp="1"/>
          </p:cNvSpPr>
          <p:nvPr>
            <p:ph type="dt" sz="half" idx="11"/>
          </p:nvPr>
        </p:nvSpPr>
        <p:spPr/>
        <p:txBody>
          <a:bodyPr/>
          <a:lstStyle/>
          <a:p>
            <a:endParaRPr lang="de-DE"/>
          </a:p>
        </p:txBody>
      </p:sp>
      <p:sp>
        <p:nvSpPr>
          <p:cNvPr id="5" name="Fußzeilenplatzhalter 4"/>
          <p:cNvSpPr>
            <a:spLocks noGrp="1"/>
          </p:cNvSpPr>
          <p:nvPr>
            <p:ph type="ftr" sz="quarter" idx="12"/>
          </p:nvPr>
        </p:nvSpPr>
        <p:spPr/>
        <p:txBody>
          <a:bodyPr/>
          <a:lstStyle/>
          <a:p>
            <a:pPr algn="ctr"/>
            <a:r>
              <a:rPr lang="de-DE" dirty="0"/>
              <a:t>NS3E Team</a:t>
            </a:r>
          </a:p>
        </p:txBody>
      </p:sp>
      <p:sp>
        <p:nvSpPr>
          <p:cNvPr id="6" name="Foliennummernplatzhalter 5"/>
          <p:cNvSpPr>
            <a:spLocks noGrp="1"/>
          </p:cNvSpPr>
          <p:nvPr>
            <p:ph type="sldNum" sz="quarter" idx="13"/>
          </p:nvPr>
        </p:nvSpPr>
        <p:spPr/>
        <p:txBody>
          <a:bodyPr/>
          <a:lstStyle/>
          <a:p>
            <a:fld id="{14F7D815-9E99-4AD7-8773-AE58ED071C81}" type="slidenum">
              <a:rPr lang="de-DE" smtClean="0"/>
              <a:t>‹#›</a:t>
            </a:fld>
            <a:endParaRPr lang="de-DE"/>
          </a:p>
        </p:txBody>
      </p:sp>
    </p:spTree>
    <p:extLst>
      <p:ext uri="{BB962C8B-B14F-4D97-AF65-F5344CB8AC3E}">
        <p14:creationId xmlns:p14="http://schemas.microsoft.com/office/powerpoint/2010/main" val="3515403106"/>
      </p:ext>
    </p:extLst>
  </p:cSld>
  <p:clrMapOvr>
    <a:masterClrMapping/>
  </p:clrMapOvr>
  <p:transition spd="slow">
    <p:wipe dir="u"/>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5.xml"/><Relationship Id="rId13" Type="http://schemas.openxmlformats.org/officeDocument/2006/relationships/slideLayout" Target="../slideLayouts/slideLayout30.xml"/><Relationship Id="rId18" Type="http://schemas.openxmlformats.org/officeDocument/2006/relationships/slideLayout" Target="../slideLayouts/slideLayout35.xml"/><Relationship Id="rId26" Type="http://schemas.openxmlformats.org/officeDocument/2006/relationships/theme" Target="../theme/theme2.xml"/><Relationship Id="rId3" Type="http://schemas.openxmlformats.org/officeDocument/2006/relationships/slideLayout" Target="../slideLayouts/slideLayout20.xml"/><Relationship Id="rId21" Type="http://schemas.openxmlformats.org/officeDocument/2006/relationships/slideLayout" Target="../slideLayouts/slideLayout38.xml"/><Relationship Id="rId7" Type="http://schemas.openxmlformats.org/officeDocument/2006/relationships/slideLayout" Target="../slideLayouts/slideLayout24.xml"/><Relationship Id="rId12" Type="http://schemas.openxmlformats.org/officeDocument/2006/relationships/slideLayout" Target="../slideLayouts/slideLayout29.xml"/><Relationship Id="rId17" Type="http://schemas.openxmlformats.org/officeDocument/2006/relationships/slideLayout" Target="../slideLayouts/slideLayout34.xml"/><Relationship Id="rId25" Type="http://schemas.openxmlformats.org/officeDocument/2006/relationships/slideLayout" Target="../slideLayouts/slideLayout42.xml"/><Relationship Id="rId2" Type="http://schemas.openxmlformats.org/officeDocument/2006/relationships/slideLayout" Target="../slideLayouts/slideLayout19.xml"/><Relationship Id="rId16" Type="http://schemas.openxmlformats.org/officeDocument/2006/relationships/slideLayout" Target="../slideLayouts/slideLayout33.xml"/><Relationship Id="rId20" Type="http://schemas.openxmlformats.org/officeDocument/2006/relationships/slideLayout" Target="../slideLayouts/slideLayout37.xml"/><Relationship Id="rId1" Type="http://schemas.openxmlformats.org/officeDocument/2006/relationships/slideLayout" Target="../slideLayouts/slideLayout18.xml"/><Relationship Id="rId6" Type="http://schemas.openxmlformats.org/officeDocument/2006/relationships/slideLayout" Target="../slideLayouts/slideLayout23.xml"/><Relationship Id="rId11" Type="http://schemas.openxmlformats.org/officeDocument/2006/relationships/slideLayout" Target="../slideLayouts/slideLayout28.xml"/><Relationship Id="rId24" Type="http://schemas.openxmlformats.org/officeDocument/2006/relationships/slideLayout" Target="../slideLayouts/slideLayout41.xml"/><Relationship Id="rId5" Type="http://schemas.openxmlformats.org/officeDocument/2006/relationships/slideLayout" Target="../slideLayouts/slideLayout22.xml"/><Relationship Id="rId15" Type="http://schemas.openxmlformats.org/officeDocument/2006/relationships/slideLayout" Target="../slideLayouts/slideLayout32.xml"/><Relationship Id="rId23" Type="http://schemas.openxmlformats.org/officeDocument/2006/relationships/slideLayout" Target="../slideLayouts/slideLayout40.xml"/><Relationship Id="rId10" Type="http://schemas.openxmlformats.org/officeDocument/2006/relationships/slideLayout" Target="../slideLayouts/slideLayout27.xml"/><Relationship Id="rId19" Type="http://schemas.openxmlformats.org/officeDocument/2006/relationships/slideLayout" Target="../slideLayouts/slideLayout36.xml"/><Relationship Id="rId4" Type="http://schemas.openxmlformats.org/officeDocument/2006/relationships/slideLayout" Target="../slideLayouts/slideLayout21.xml"/><Relationship Id="rId9" Type="http://schemas.openxmlformats.org/officeDocument/2006/relationships/slideLayout" Target="../slideLayouts/slideLayout26.xml"/><Relationship Id="rId14" Type="http://schemas.openxmlformats.org/officeDocument/2006/relationships/slideLayout" Target="../slideLayouts/slideLayout31.xml"/><Relationship Id="rId22" Type="http://schemas.openxmlformats.org/officeDocument/2006/relationships/slideLayout" Target="../slideLayouts/slideLayout3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051" name="Rectangle 2050"/>
          <p:cNvSpPr/>
          <p:nvPr/>
        </p:nvSpPr>
        <p:spPr bwMode="gray">
          <a:xfrm>
            <a:off x="236227" y="1"/>
            <a:ext cx="9651779" cy="144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 name="Title Placeholder 1"/>
          <p:cNvSpPr>
            <a:spLocks noGrp="1"/>
          </p:cNvSpPr>
          <p:nvPr>
            <p:ph type="title"/>
          </p:nvPr>
        </p:nvSpPr>
        <p:spPr bwMode="gray">
          <a:xfrm>
            <a:off x="478369" y="144001"/>
            <a:ext cx="9169401" cy="555840"/>
          </a:xfrm>
          <a:prstGeom prst="rect">
            <a:avLst/>
          </a:prstGeom>
        </p:spPr>
        <p:txBody>
          <a:bodyPr vert="horz" lIns="0" tIns="144000" rIns="0" bIns="0" rtlCol="0" anchor="t" anchorCtr="0">
            <a:spAutoFit/>
          </a:bodyPr>
          <a:lstStyle/>
          <a:p>
            <a:r>
              <a:rPr lang="de-DE" dirty="0"/>
              <a:t>Write your title</a:t>
            </a:r>
            <a:endParaRPr lang="en-US" dirty="0"/>
          </a:p>
        </p:txBody>
      </p:sp>
      <p:sp>
        <p:nvSpPr>
          <p:cNvPr id="3" name="Text Placeholder 2"/>
          <p:cNvSpPr>
            <a:spLocks noGrp="1"/>
          </p:cNvSpPr>
          <p:nvPr>
            <p:ph type="body" idx="1"/>
          </p:nvPr>
        </p:nvSpPr>
        <p:spPr bwMode="gray">
          <a:xfrm>
            <a:off x="478369" y="1213308"/>
            <a:ext cx="11473384" cy="2141612"/>
          </a:xfrm>
          <a:prstGeom prst="rect">
            <a:avLst/>
          </a:prstGeom>
        </p:spPr>
        <p:txBody>
          <a:bodyPr vert="horz" lIns="0" tIns="0" rIns="0" bIns="0" rtlCol="0" anchor="t" anchorCtr="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dirty="0"/>
          </a:p>
        </p:txBody>
      </p:sp>
      <p:sp>
        <p:nvSpPr>
          <p:cNvPr id="4" name="Date Placeholder 3"/>
          <p:cNvSpPr>
            <a:spLocks noGrp="1"/>
          </p:cNvSpPr>
          <p:nvPr>
            <p:ph type="dt" sz="half" idx="2"/>
          </p:nvPr>
        </p:nvSpPr>
        <p:spPr bwMode="gray">
          <a:xfrm>
            <a:off x="9922476" y="6486804"/>
            <a:ext cx="1257529" cy="260793"/>
          </a:xfrm>
          <a:prstGeom prst="rect">
            <a:avLst/>
          </a:prstGeom>
        </p:spPr>
        <p:txBody>
          <a:bodyPr vert="horz" lIns="108000" tIns="0" rIns="0" bIns="0" rtlCol="0" anchor="t"/>
          <a:lstStyle>
            <a:lvl1pPr algn="l">
              <a:defRPr sz="1400">
                <a:solidFill>
                  <a:schemeClr val="tx1"/>
                </a:solidFill>
              </a:defRPr>
            </a:lvl1pPr>
          </a:lstStyle>
          <a:p>
            <a:fld id="{4DDB5538-DA78-4C2C-BF6B-9485BBAF1D80}" type="datetimeFigureOut">
              <a:rPr lang="en-US" smtClean="0"/>
              <a:t>10/14/2025</a:t>
            </a:fld>
            <a:endParaRPr lang="en-US"/>
          </a:p>
        </p:txBody>
      </p:sp>
      <p:sp>
        <p:nvSpPr>
          <p:cNvPr id="5" name="Footer Placeholder 4"/>
          <p:cNvSpPr>
            <a:spLocks noGrp="1"/>
          </p:cNvSpPr>
          <p:nvPr>
            <p:ph type="ftr" sz="quarter" idx="3"/>
          </p:nvPr>
        </p:nvSpPr>
        <p:spPr bwMode="gray">
          <a:xfrm>
            <a:off x="476463" y="6466788"/>
            <a:ext cx="2063751" cy="280809"/>
          </a:xfrm>
          <a:prstGeom prst="rect">
            <a:avLst/>
          </a:prstGeom>
        </p:spPr>
        <p:txBody>
          <a:bodyPr vert="horz" lIns="108000" tIns="0" rIns="0" bIns="0" rtlCol="0" anchor="b"/>
          <a:lstStyle>
            <a:lvl1pPr algn="l">
              <a:defRPr sz="1400" b="1">
                <a:solidFill>
                  <a:schemeClr val="tx1"/>
                </a:solidFill>
              </a:defRPr>
            </a:lvl1pPr>
          </a:lstStyle>
          <a:p>
            <a:endParaRPr lang="en-US"/>
          </a:p>
        </p:txBody>
      </p:sp>
      <p:sp>
        <p:nvSpPr>
          <p:cNvPr id="6" name="Slide Number Placeholder 5"/>
          <p:cNvSpPr>
            <a:spLocks noGrp="1"/>
          </p:cNvSpPr>
          <p:nvPr>
            <p:ph type="sldNum" sz="quarter" idx="4"/>
          </p:nvPr>
        </p:nvSpPr>
        <p:spPr bwMode="gray">
          <a:xfrm>
            <a:off x="11180006" y="6486805"/>
            <a:ext cx="771750" cy="260792"/>
          </a:xfrm>
          <a:prstGeom prst="rect">
            <a:avLst/>
          </a:prstGeom>
        </p:spPr>
        <p:txBody>
          <a:bodyPr vert="horz" lIns="108000" tIns="0" rIns="0" bIns="0" rtlCol="0" anchor="b"/>
          <a:lstStyle>
            <a:lvl1pPr algn="l">
              <a:defRPr sz="1400" b="0">
                <a:solidFill>
                  <a:schemeClr val="tx1"/>
                </a:solidFill>
              </a:defRPr>
            </a:lvl1pPr>
          </a:lstStyle>
          <a:p>
            <a:fld id="{81561042-0DC2-4A04-AA50-F6D44EB20EBA}" type="slidenum">
              <a:rPr lang="en-US" smtClean="0"/>
              <a:t>‹#›</a:t>
            </a:fld>
            <a:endParaRPr lang="en-US"/>
          </a:p>
        </p:txBody>
      </p:sp>
      <p:grpSp>
        <p:nvGrpSpPr>
          <p:cNvPr id="23" name="Group 22"/>
          <p:cNvGrpSpPr/>
          <p:nvPr/>
        </p:nvGrpSpPr>
        <p:grpSpPr bwMode="gray">
          <a:xfrm>
            <a:off x="-135593" y="1407799"/>
            <a:ext cx="132605" cy="5232392"/>
            <a:chOff x="-101696" y="1055849"/>
            <a:chExt cx="99454" cy="3924294"/>
          </a:xfrm>
        </p:grpSpPr>
        <p:cxnSp>
          <p:nvCxnSpPr>
            <p:cNvPr id="22" name="Straight Connector 21"/>
            <p:cNvCxnSpPr/>
            <p:nvPr userDrawn="1"/>
          </p:nvCxnSpPr>
          <p:spPr bwMode="gray">
            <a:xfrm>
              <a:off x="-101696" y="1055849"/>
              <a:ext cx="72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userDrawn="1"/>
          </p:nvCxnSpPr>
          <p:spPr bwMode="gray">
            <a:xfrm>
              <a:off x="-101696" y="1236027"/>
              <a:ext cx="72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userDrawn="1"/>
          </p:nvCxnSpPr>
          <p:spPr bwMode="gray">
            <a:xfrm>
              <a:off x="-101696" y="2928303"/>
              <a:ext cx="72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userDrawn="1"/>
          </p:nvCxnSpPr>
          <p:spPr bwMode="gray">
            <a:xfrm>
              <a:off x="-101696" y="3108481"/>
              <a:ext cx="72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userDrawn="1"/>
          </p:nvCxnSpPr>
          <p:spPr bwMode="gray">
            <a:xfrm>
              <a:off x="-74242" y="4799965"/>
              <a:ext cx="72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userDrawn="1"/>
          </p:nvCxnSpPr>
          <p:spPr bwMode="gray">
            <a:xfrm>
              <a:off x="-74242" y="4980143"/>
              <a:ext cx="72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grpSp>
        <p:nvGrpSpPr>
          <p:cNvPr id="30" name="Group 29"/>
          <p:cNvGrpSpPr/>
          <p:nvPr/>
        </p:nvGrpSpPr>
        <p:grpSpPr bwMode="gray">
          <a:xfrm>
            <a:off x="12208807" y="1407799"/>
            <a:ext cx="132605" cy="5232392"/>
            <a:chOff x="-101696" y="1055849"/>
            <a:chExt cx="99454" cy="3924294"/>
          </a:xfrm>
        </p:grpSpPr>
        <p:cxnSp>
          <p:nvCxnSpPr>
            <p:cNvPr id="31" name="Straight Connector 30"/>
            <p:cNvCxnSpPr/>
            <p:nvPr userDrawn="1"/>
          </p:nvCxnSpPr>
          <p:spPr bwMode="gray">
            <a:xfrm>
              <a:off x="-101696" y="1055849"/>
              <a:ext cx="72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2" name="Straight Connector 31"/>
            <p:cNvCxnSpPr/>
            <p:nvPr userDrawn="1"/>
          </p:nvCxnSpPr>
          <p:spPr bwMode="gray">
            <a:xfrm>
              <a:off x="-101696" y="1236027"/>
              <a:ext cx="72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userDrawn="1"/>
          </p:nvCxnSpPr>
          <p:spPr bwMode="gray">
            <a:xfrm>
              <a:off x="-101696" y="2928303"/>
              <a:ext cx="72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userDrawn="1"/>
          </p:nvCxnSpPr>
          <p:spPr bwMode="gray">
            <a:xfrm>
              <a:off x="-101696" y="3108481"/>
              <a:ext cx="72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5" name="Straight Connector 34"/>
            <p:cNvCxnSpPr/>
            <p:nvPr userDrawn="1"/>
          </p:nvCxnSpPr>
          <p:spPr bwMode="gray">
            <a:xfrm>
              <a:off x="-74242" y="4799965"/>
              <a:ext cx="72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6" name="Straight Connector 35"/>
            <p:cNvCxnSpPr/>
            <p:nvPr userDrawn="1"/>
          </p:nvCxnSpPr>
          <p:spPr bwMode="gray">
            <a:xfrm>
              <a:off x="-74242" y="4980143"/>
              <a:ext cx="72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grpSp>
        <p:nvGrpSpPr>
          <p:cNvPr id="37" name="Group 36"/>
          <p:cNvGrpSpPr/>
          <p:nvPr/>
        </p:nvGrpSpPr>
        <p:grpSpPr bwMode="gray">
          <a:xfrm rot="5400000">
            <a:off x="6027687" y="-5942288"/>
            <a:ext cx="132605" cy="11715527"/>
            <a:chOff x="-101696" y="-3806503"/>
            <a:chExt cx="99454" cy="8786646"/>
          </a:xfrm>
        </p:grpSpPr>
        <p:cxnSp>
          <p:nvCxnSpPr>
            <p:cNvPr id="38" name="Straight Connector 37"/>
            <p:cNvCxnSpPr/>
            <p:nvPr userDrawn="1"/>
          </p:nvCxnSpPr>
          <p:spPr bwMode="gray">
            <a:xfrm>
              <a:off x="-101696" y="1271431"/>
              <a:ext cx="72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9" name="Straight Connector 38"/>
            <p:cNvCxnSpPr/>
            <p:nvPr userDrawn="1"/>
          </p:nvCxnSpPr>
          <p:spPr bwMode="gray">
            <a:xfrm>
              <a:off x="-101696" y="1451609"/>
              <a:ext cx="72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userDrawn="1"/>
          </p:nvCxnSpPr>
          <p:spPr bwMode="gray">
            <a:xfrm>
              <a:off x="-101696" y="3033236"/>
              <a:ext cx="72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1" name="Straight Connector 40"/>
            <p:cNvCxnSpPr/>
            <p:nvPr userDrawn="1"/>
          </p:nvCxnSpPr>
          <p:spPr bwMode="gray">
            <a:xfrm>
              <a:off x="-101696" y="3213414"/>
              <a:ext cx="72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2" name="Straight Connector 41"/>
            <p:cNvCxnSpPr/>
            <p:nvPr userDrawn="1"/>
          </p:nvCxnSpPr>
          <p:spPr bwMode="gray">
            <a:xfrm>
              <a:off x="-74242" y="4799965"/>
              <a:ext cx="72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3" name="Straight Connector 42"/>
            <p:cNvCxnSpPr/>
            <p:nvPr userDrawn="1"/>
          </p:nvCxnSpPr>
          <p:spPr bwMode="gray">
            <a:xfrm>
              <a:off x="-74242" y="4980143"/>
              <a:ext cx="72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4" name="Straight Connector 43"/>
            <p:cNvCxnSpPr/>
            <p:nvPr userDrawn="1"/>
          </p:nvCxnSpPr>
          <p:spPr bwMode="gray">
            <a:xfrm>
              <a:off x="-101696" y="-494980"/>
              <a:ext cx="72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5" name="Straight Connector 44"/>
            <p:cNvCxnSpPr/>
            <p:nvPr userDrawn="1"/>
          </p:nvCxnSpPr>
          <p:spPr bwMode="gray">
            <a:xfrm>
              <a:off x="-101696" y="-314803"/>
              <a:ext cx="72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6" name="Straight Connector 45"/>
            <p:cNvCxnSpPr/>
            <p:nvPr userDrawn="1"/>
          </p:nvCxnSpPr>
          <p:spPr bwMode="gray">
            <a:xfrm>
              <a:off x="-101696" y="-2258691"/>
              <a:ext cx="72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7" name="Straight Connector 46"/>
            <p:cNvCxnSpPr/>
            <p:nvPr userDrawn="1"/>
          </p:nvCxnSpPr>
          <p:spPr bwMode="gray">
            <a:xfrm>
              <a:off x="-101696" y="-2078513"/>
              <a:ext cx="72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8" name="Straight Connector 47"/>
            <p:cNvCxnSpPr/>
            <p:nvPr userDrawn="1"/>
          </p:nvCxnSpPr>
          <p:spPr bwMode="gray">
            <a:xfrm>
              <a:off x="-101696" y="-3806503"/>
              <a:ext cx="72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grpSp>
        <p:nvGrpSpPr>
          <p:cNvPr id="49" name="Group 48"/>
          <p:cNvGrpSpPr/>
          <p:nvPr/>
        </p:nvGrpSpPr>
        <p:grpSpPr bwMode="gray">
          <a:xfrm rot="5400000">
            <a:off x="6027687" y="1101918"/>
            <a:ext cx="132605" cy="11715527"/>
            <a:chOff x="-101696" y="-3806503"/>
            <a:chExt cx="99454" cy="8786646"/>
          </a:xfrm>
        </p:grpSpPr>
        <p:cxnSp>
          <p:nvCxnSpPr>
            <p:cNvPr id="50" name="Straight Connector 49"/>
            <p:cNvCxnSpPr/>
            <p:nvPr userDrawn="1"/>
          </p:nvCxnSpPr>
          <p:spPr bwMode="gray">
            <a:xfrm>
              <a:off x="-101696" y="1271431"/>
              <a:ext cx="72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1" name="Straight Connector 50"/>
            <p:cNvCxnSpPr/>
            <p:nvPr userDrawn="1"/>
          </p:nvCxnSpPr>
          <p:spPr bwMode="gray">
            <a:xfrm>
              <a:off x="-101696" y="1451609"/>
              <a:ext cx="72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2" name="Straight Connector 51"/>
            <p:cNvCxnSpPr/>
            <p:nvPr userDrawn="1"/>
          </p:nvCxnSpPr>
          <p:spPr bwMode="gray">
            <a:xfrm>
              <a:off x="-101696" y="3033236"/>
              <a:ext cx="72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3" name="Straight Connector 52"/>
            <p:cNvCxnSpPr/>
            <p:nvPr userDrawn="1"/>
          </p:nvCxnSpPr>
          <p:spPr bwMode="gray">
            <a:xfrm>
              <a:off x="-101696" y="3213414"/>
              <a:ext cx="72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4" name="Straight Connector 53"/>
            <p:cNvCxnSpPr/>
            <p:nvPr userDrawn="1"/>
          </p:nvCxnSpPr>
          <p:spPr bwMode="gray">
            <a:xfrm>
              <a:off x="-74242" y="4799965"/>
              <a:ext cx="72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5" name="Straight Connector 54"/>
            <p:cNvCxnSpPr/>
            <p:nvPr userDrawn="1"/>
          </p:nvCxnSpPr>
          <p:spPr bwMode="gray">
            <a:xfrm>
              <a:off x="-74242" y="4980143"/>
              <a:ext cx="72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6" name="Straight Connector 55"/>
            <p:cNvCxnSpPr/>
            <p:nvPr userDrawn="1"/>
          </p:nvCxnSpPr>
          <p:spPr bwMode="gray">
            <a:xfrm>
              <a:off x="-101696" y="-494980"/>
              <a:ext cx="72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7" name="Straight Connector 56"/>
            <p:cNvCxnSpPr/>
            <p:nvPr userDrawn="1"/>
          </p:nvCxnSpPr>
          <p:spPr bwMode="gray">
            <a:xfrm>
              <a:off x="-101696" y="-314803"/>
              <a:ext cx="72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8" name="Straight Connector 57"/>
            <p:cNvCxnSpPr/>
            <p:nvPr userDrawn="1"/>
          </p:nvCxnSpPr>
          <p:spPr bwMode="gray">
            <a:xfrm>
              <a:off x="-101696" y="-2258691"/>
              <a:ext cx="72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9" name="Straight Connector 58"/>
            <p:cNvCxnSpPr/>
            <p:nvPr userDrawn="1"/>
          </p:nvCxnSpPr>
          <p:spPr bwMode="gray">
            <a:xfrm>
              <a:off x="-101696" y="-2078513"/>
              <a:ext cx="72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60" name="Straight Connector 59"/>
            <p:cNvCxnSpPr/>
            <p:nvPr userDrawn="1"/>
          </p:nvCxnSpPr>
          <p:spPr bwMode="gray">
            <a:xfrm>
              <a:off x="-101696" y="-3806503"/>
              <a:ext cx="72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sp>
        <p:nvSpPr>
          <p:cNvPr id="2049" name="Rectangle 2048"/>
          <p:cNvSpPr/>
          <p:nvPr/>
        </p:nvSpPr>
        <p:spPr bwMode="gray">
          <a:xfrm>
            <a:off x="9744406" y="3188974"/>
            <a:ext cx="1920213" cy="22040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66" name="Rectangle 65"/>
          <p:cNvSpPr/>
          <p:nvPr/>
        </p:nvSpPr>
        <p:spPr bwMode="gray">
          <a:xfrm>
            <a:off x="236225" y="774868"/>
            <a:ext cx="9651779" cy="336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grpSp>
        <p:nvGrpSpPr>
          <p:cNvPr id="61" name="Group 11"/>
          <p:cNvGrpSpPr>
            <a:grpSpLocks noChangeAspect="1"/>
          </p:cNvGrpSpPr>
          <p:nvPr/>
        </p:nvGrpSpPr>
        <p:grpSpPr bwMode="gray">
          <a:xfrm>
            <a:off x="10149041" y="-10957"/>
            <a:ext cx="1824204" cy="1041877"/>
            <a:chOff x="2109" y="940"/>
            <a:chExt cx="991" cy="566"/>
          </a:xfrm>
        </p:grpSpPr>
        <p:sp>
          <p:nvSpPr>
            <p:cNvPr id="62" name="AutoShape 10"/>
            <p:cNvSpPr>
              <a:spLocks noChangeAspect="1" noChangeArrowheads="1" noTextEdit="1"/>
            </p:cNvSpPr>
            <p:nvPr/>
          </p:nvSpPr>
          <p:spPr bwMode="gray">
            <a:xfrm>
              <a:off x="2109" y="940"/>
              <a:ext cx="990" cy="5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pic>
          <p:nvPicPr>
            <p:cNvPr id="63" name="Picture 12"/>
            <p:cNvPicPr>
              <a:picLocks noChangeAspect="1" noChangeArrowheads="1"/>
            </p:cNvPicPr>
            <p:nvPr/>
          </p:nvPicPr>
          <p:blipFill rotWithShape="1">
            <a:blip r:embed="rId19" cstate="screen">
              <a:extLst>
                <a:ext uri="{28A0092B-C50C-407E-A947-70E740481C1C}">
                  <a14:useLocalDpi xmlns:a14="http://schemas.microsoft.com/office/drawing/2010/main"/>
                </a:ext>
              </a:extLst>
            </a:blip>
            <a:srcRect b="235"/>
            <a:stretch/>
          </p:blipFill>
          <p:spPr bwMode="gray">
            <a:xfrm>
              <a:off x="2109" y="940"/>
              <a:ext cx="991" cy="5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64" name="Rectangle 2048"/>
          <p:cNvSpPr/>
          <p:nvPr/>
        </p:nvSpPr>
        <p:spPr bwMode="gray">
          <a:xfrm>
            <a:off x="10128448" y="1155032"/>
            <a:ext cx="1920213" cy="22040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Tree>
    <p:extLst>
      <p:ext uri="{BB962C8B-B14F-4D97-AF65-F5344CB8AC3E}">
        <p14:creationId xmlns:p14="http://schemas.microsoft.com/office/powerpoint/2010/main" val="409299176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ransition>
    <p:fade/>
  </p:transition>
  <p:txStyles>
    <p:titleStyle>
      <a:lvl1pPr algn="l" defTabSz="1219170" rtl="0" eaLnBrk="1" latinLnBrk="0" hangingPunct="1">
        <a:spcBef>
          <a:spcPct val="0"/>
        </a:spcBef>
        <a:buNone/>
        <a:defRPr sz="2667" kern="1200" baseline="0">
          <a:solidFill>
            <a:schemeClr val="bg2"/>
          </a:solidFill>
          <a:latin typeface="+mj-lt"/>
          <a:ea typeface="+mj-ea"/>
          <a:cs typeface="+mj-cs"/>
        </a:defRPr>
      </a:lvl1pPr>
    </p:titleStyle>
    <p:bodyStyle>
      <a:lvl1pPr marL="0" indent="0" algn="l" defTabSz="1219170" rtl="0" eaLnBrk="1" latinLnBrk="0" hangingPunct="1">
        <a:lnSpc>
          <a:spcPts val="2667"/>
        </a:lnSpc>
        <a:spcBef>
          <a:spcPts val="400"/>
        </a:spcBef>
        <a:spcAft>
          <a:spcPts val="400"/>
        </a:spcAft>
        <a:buFont typeface="Arial" panose="020B0604020202020204" pitchFamily="34" charset="0"/>
        <a:buNone/>
        <a:defRPr sz="1867" kern="1200">
          <a:solidFill>
            <a:schemeClr val="tx1"/>
          </a:solidFill>
          <a:latin typeface="+mn-lt"/>
          <a:ea typeface="+mn-ea"/>
          <a:cs typeface="+mn-cs"/>
        </a:defRPr>
      </a:lvl1pPr>
      <a:lvl2pPr marL="241294" indent="-241294" algn="l" defTabSz="1219170" rtl="0" eaLnBrk="1" latinLnBrk="0" hangingPunct="1">
        <a:lnSpc>
          <a:spcPts val="2667"/>
        </a:lnSpc>
        <a:spcBef>
          <a:spcPts val="400"/>
        </a:spcBef>
        <a:spcAft>
          <a:spcPts val="400"/>
        </a:spcAft>
        <a:buClr>
          <a:schemeClr val="accent1"/>
        </a:buClr>
        <a:buSzPct val="100000"/>
        <a:buFont typeface="Arial" panose="020B0604020202020204" pitchFamily="34" charset="0"/>
        <a:buChar char="■"/>
        <a:defRPr sz="1867" kern="1200">
          <a:solidFill>
            <a:schemeClr val="tx1"/>
          </a:solidFill>
          <a:latin typeface="+mn-lt"/>
          <a:ea typeface="+mn-ea"/>
          <a:cs typeface="+mn-cs"/>
        </a:defRPr>
      </a:lvl2pPr>
      <a:lvl3pPr marL="479988" indent="-239994" algn="l" defTabSz="1219170" rtl="0" eaLnBrk="1" latinLnBrk="0" hangingPunct="1">
        <a:lnSpc>
          <a:spcPts val="2667"/>
        </a:lnSpc>
        <a:spcBef>
          <a:spcPts val="400"/>
        </a:spcBef>
        <a:spcAft>
          <a:spcPts val="400"/>
        </a:spcAft>
        <a:buClr>
          <a:schemeClr val="accent1"/>
        </a:buClr>
        <a:buSzPct val="100000"/>
        <a:buFont typeface="Arial" panose="020B0604020202020204" pitchFamily="34" charset="0"/>
        <a:buChar char="□"/>
        <a:defRPr sz="1867" kern="1200">
          <a:solidFill>
            <a:schemeClr val="tx1"/>
          </a:solidFill>
          <a:latin typeface="+mn-lt"/>
          <a:ea typeface="+mn-ea"/>
          <a:cs typeface="+mn-cs"/>
        </a:defRPr>
      </a:lvl3pPr>
      <a:lvl4pPr marL="717533" indent="-239994" algn="l" defTabSz="1219170" rtl="0" eaLnBrk="1" latinLnBrk="0" hangingPunct="1">
        <a:lnSpc>
          <a:spcPts val="2667"/>
        </a:lnSpc>
        <a:spcBef>
          <a:spcPts val="400"/>
        </a:spcBef>
        <a:spcAft>
          <a:spcPts val="400"/>
        </a:spcAft>
        <a:buClr>
          <a:schemeClr val="accent1"/>
        </a:buClr>
        <a:buSzPct val="100000"/>
        <a:buFont typeface="Arial" panose="020B0604020202020204" pitchFamily="34" charset="0"/>
        <a:buChar char="–"/>
        <a:defRPr sz="1867" kern="1200">
          <a:solidFill>
            <a:schemeClr val="tx1"/>
          </a:solidFill>
          <a:latin typeface="+mn-lt"/>
          <a:ea typeface="+mn-ea"/>
          <a:cs typeface="+mn-cs"/>
        </a:defRPr>
      </a:lvl4pPr>
      <a:lvl5pPr marL="359991" indent="-359991" algn="l" defTabSz="1219170" rtl="0" eaLnBrk="1" latinLnBrk="0" hangingPunct="1">
        <a:lnSpc>
          <a:spcPts val="2667"/>
        </a:lnSpc>
        <a:spcBef>
          <a:spcPts val="400"/>
        </a:spcBef>
        <a:spcAft>
          <a:spcPts val="400"/>
        </a:spcAft>
        <a:buClr>
          <a:schemeClr val="accent1"/>
        </a:buClr>
        <a:buSzPct val="100000"/>
        <a:buFont typeface="+mj-lt"/>
        <a:buAutoNum type="arabicPeriod"/>
        <a:defRPr sz="1867" kern="1200">
          <a:solidFill>
            <a:schemeClr val="tx1"/>
          </a:solidFill>
          <a:latin typeface="+mn-lt"/>
          <a:ea typeface="+mn-ea"/>
          <a:cs typeface="+mn-cs"/>
        </a:defRPr>
      </a:lvl5pPr>
      <a:lvl6pPr marL="719982" indent="-359991" algn="l" defTabSz="1219170" rtl="0" eaLnBrk="1" latinLnBrk="0" hangingPunct="1">
        <a:lnSpc>
          <a:spcPts val="2667"/>
        </a:lnSpc>
        <a:spcBef>
          <a:spcPts val="400"/>
        </a:spcBef>
        <a:spcAft>
          <a:spcPts val="400"/>
        </a:spcAft>
        <a:buClr>
          <a:schemeClr val="accent1"/>
        </a:buClr>
        <a:buSzPct val="100000"/>
        <a:buFont typeface="+mj-lt"/>
        <a:buAutoNum type="alphaLcParenR"/>
        <a:defRPr sz="1867" kern="1200">
          <a:solidFill>
            <a:schemeClr val="tx1"/>
          </a:solidFill>
          <a:latin typeface="+mn-lt"/>
          <a:ea typeface="+mn-ea"/>
          <a:cs typeface="+mn-cs"/>
        </a:defRPr>
      </a:lvl6pPr>
      <a:lvl7pPr marL="0" indent="0" algn="l" defTabSz="1219170" rtl="0" eaLnBrk="1" latinLnBrk="0" hangingPunct="1">
        <a:lnSpc>
          <a:spcPts val="2800"/>
        </a:lnSpc>
        <a:spcBef>
          <a:spcPts val="533"/>
        </a:spcBef>
        <a:spcAft>
          <a:spcPts val="533"/>
        </a:spcAft>
        <a:buClr>
          <a:schemeClr val="accent1"/>
        </a:buClr>
        <a:buSzPct val="90000"/>
        <a:buFont typeface="Arial" panose="020B0604020202020204" pitchFamily="34" charset="0"/>
        <a:buNone/>
        <a:defRPr sz="2133" kern="1200" cap="all" baseline="0">
          <a:solidFill>
            <a:schemeClr val="accent1"/>
          </a:solidFill>
          <a:latin typeface="+mn-lt"/>
          <a:ea typeface="+mn-ea"/>
          <a:cs typeface="+mn-cs"/>
        </a:defRPr>
      </a:lvl7pPr>
      <a:lvl8pPr marL="0" indent="0" algn="l" defTabSz="1219170" rtl="0" eaLnBrk="1" latinLnBrk="0" hangingPunct="1">
        <a:lnSpc>
          <a:spcPts val="2800"/>
        </a:lnSpc>
        <a:spcBef>
          <a:spcPts val="533"/>
        </a:spcBef>
        <a:spcAft>
          <a:spcPts val="533"/>
        </a:spcAft>
        <a:buFont typeface="Arial" panose="020B0604020202020204" pitchFamily="34" charset="0"/>
        <a:buNone/>
        <a:defRPr sz="2133" b="0" kern="1200" cap="all" baseline="0">
          <a:solidFill>
            <a:schemeClr val="accent1"/>
          </a:solidFill>
          <a:latin typeface="+mn-lt"/>
          <a:ea typeface="+mn-ea"/>
          <a:cs typeface="+mn-cs"/>
        </a:defRPr>
      </a:lvl8pPr>
      <a:lvl9pPr marL="0" indent="0" algn="l" defTabSz="1219170" rtl="0" eaLnBrk="1" latinLnBrk="0" hangingPunct="1">
        <a:lnSpc>
          <a:spcPts val="2800"/>
        </a:lnSpc>
        <a:spcBef>
          <a:spcPts val="533"/>
        </a:spcBef>
        <a:spcAft>
          <a:spcPts val="533"/>
        </a:spcAft>
        <a:buFont typeface="Arial" panose="020B0604020202020204" pitchFamily="34" charset="0"/>
        <a:buNone/>
        <a:defRPr sz="2133" b="0" kern="1200" cap="all" baseline="0">
          <a:solidFill>
            <a:schemeClr val="accent1"/>
          </a:solidFill>
          <a:latin typeface="+mn-lt"/>
          <a:ea typeface="+mn-ea"/>
          <a:cs typeface="+mn-cs"/>
        </a:defRPr>
      </a:lvl9pPr>
    </p:bodyStyle>
    <p:other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elplatzhalter 1">
            <a:extLst>
              <a:ext uri="{FF2B5EF4-FFF2-40B4-BE49-F238E27FC236}">
                <a16:creationId xmlns:a16="http://schemas.microsoft.com/office/drawing/2014/main" id="{E9EDCC78-D03F-C391-D862-D639177CD0AA}"/>
              </a:ext>
            </a:extLst>
          </p:cNvPr>
          <p:cNvSpPr>
            <a:spLocks noGrp="1"/>
          </p:cNvSpPr>
          <p:nvPr>
            <p:ph type="title"/>
          </p:nvPr>
        </p:nvSpPr>
        <p:spPr>
          <a:xfrm>
            <a:off x="1019174" y="484414"/>
            <a:ext cx="10514014" cy="1206274"/>
          </a:xfrm>
          <a:prstGeom prst="rect">
            <a:avLst/>
          </a:prstGeom>
        </p:spPr>
        <p:txBody>
          <a:bodyPr vert="horz" lIns="0" tIns="0" rIns="0" bIns="0" rtlCol="0" anchor="b">
            <a:noAutofit/>
          </a:bodyPr>
          <a:lstStyle/>
          <a:p>
            <a:r>
              <a:rPr lang="de-DE" dirty="0"/>
              <a:t>Mastertitelformat bearbeiten</a:t>
            </a:r>
          </a:p>
        </p:txBody>
      </p:sp>
      <p:sp>
        <p:nvSpPr>
          <p:cNvPr id="3" name="Textplatzhalter 2">
            <a:extLst>
              <a:ext uri="{FF2B5EF4-FFF2-40B4-BE49-F238E27FC236}">
                <a16:creationId xmlns:a16="http://schemas.microsoft.com/office/drawing/2014/main" id="{28416D8F-D8D9-9F00-33C5-EC5C0D22F752}"/>
              </a:ext>
            </a:extLst>
          </p:cNvPr>
          <p:cNvSpPr>
            <a:spLocks noGrp="1"/>
          </p:cNvSpPr>
          <p:nvPr>
            <p:ph type="body" idx="1"/>
          </p:nvPr>
        </p:nvSpPr>
        <p:spPr>
          <a:xfrm>
            <a:off x="1019174" y="1690688"/>
            <a:ext cx="10514014" cy="4654550"/>
          </a:xfrm>
          <a:prstGeom prst="rect">
            <a:avLst/>
          </a:prstGeom>
        </p:spPr>
        <p:txBody>
          <a:bodyPr vert="horz" lIns="0" tIns="0" rIns="0" bIns="0" rtlCol="0">
            <a:noAutofit/>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4" name="Datumsplatzhalter 3">
            <a:extLst>
              <a:ext uri="{FF2B5EF4-FFF2-40B4-BE49-F238E27FC236}">
                <a16:creationId xmlns:a16="http://schemas.microsoft.com/office/drawing/2014/main" id="{4B2A6524-E74F-558D-9DB4-A9F6FA30B7F1}"/>
              </a:ext>
            </a:extLst>
          </p:cNvPr>
          <p:cNvSpPr>
            <a:spLocks noGrp="1"/>
          </p:cNvSpPr>
          <p:nvPr>
            <p:ph type="dt" sz="half" idx="2"/>
          </p:nvPr>
        </p:nvSpPr>
        <p:spPr>
          <a:xfrm>
            <a:off x="818403" y="6433316"/>
            <a:ext cx="981075" cy="365125"/>
          </a:xfrm>
          <a:prstGeom prst="rect">
            <a:avLst/>
          </a:prstGeom>
        </p:spPr>
        <p:txBody>
          <a:bodyPr vert="horz" lIns="0" tIns="0" rIns="0" bIns="0" rtlCol="0" anchor="ctr"/>
          <a:lstStyle>
            <a:lvl1pPr algn="r">
              <a:defRPr sz="1100">
                <a:solidFill>
                  <a:schemeClr val="tx2"/>
                </a:solidFill>
              </a:defRPr>
            </a:lvl1pPr>
          </a:lstStyle>
          <a:p>
            <a:fld id="{4DDB5538-DA78-4C2C-BF6B-9485BBAF1D80}" type="datetimeFigureOut">
              <a:rPr lang="en-US" smtClean="0"/>
              <a:t>10/14/2025</a:t>
            </a:fld>
            <a:endParaRPr lang="en-US"/>
          </a:p>
        </p:txBody>
      </p:sp>
      <p:sp>
        <p:nvSpPr>
          <p:cNvPr id="5" name="Fußzeilenplatzhalter 4">
            <a:extLst>
              <a:ext uri="{FF2B5EF4-FFF2-40B4-BE49-F238E27FC236}">
                <a16:creationId xmlns:a16="http://schemas.microsoft.com/office/drawing/2014/main" id="{805C305C-0636-B74E-9FB1-58D090A68736}"/>
              </a:ext>
            </a:extLst>
          </p:cNvPr>
          <p:cNvSpPr>
            <a:spLocks noGrp="1"/>
          </p:cNvSpPr>
          <p:nvPr>
            <p:ph type="ftr" sz="quarter" idx="3"/>
          </p:nvPr>
        </p:nvSpPr>
        <p:spPr>
          <a:xfrm>
            <a:off x="1972067" y="6433316"/>
            <a:ext cx="5924158" cy="365125"/>
          </a:xfrm>
          <a:prstGeom prst="rect">
            <a:avLst/>
          </a:prstGeom>
        </p:spPr>
        <p:txBody>
          <a:bodyPr vert="horz" wrap="none" lIns="0" tIns="0" rIns="0" bIns="0" rtlCol="0" anchor="ctr"/>
          <a:lstStyle>
            <a:lvl1pPr algn="l">
              <a:defRPr sz="1100">
                <a:solidFill>
                  <a:schemeClr val="tx2"/>
                </a:solidFill>
              </a:defRPr>
            </a:lvl1pPr>
          </a:lstStyle>
          <a:p>
            <a:endParaRPr lang="en-US"/>
          </a:p>
        </p:txBody>
      </p:sp>
      <p:sp>
        <p:nvSpPr>
          <p:cNvPr id="6" name="Foliennummernplatzhalter 5">
            <a:extLst>
              <a:ext uri="{FF2B5EF4-FFF2-40B4-BE49-F238E27FC236}">
                <a16:creationId xmlns:a16="http://schemas.microsoft.com/office/drawing/2014/main" id="{67851810-F326-E84C-332E-D851A1FE3A81}"/>
              </a:ext>
            </a:extLst>
          </p:cNvPr>
          <p:cNvSpPr>
            <a:spLocks noGrp="1"/>
          </p:cNvSpPr>
          <p:nvPr>
            <p:ph type="sldNum" sz="quarter" idx="4"/>
          </p:nvPr>
        </p:nvSpPr>
        <p:spPr>
          <a:xfrm>
            <a:off x="11531078" y="6416504"/>
            <a:ext cx="487680" cy="398749"/>
          </a:xfrm>
          <a:prstGeom prst="rect">
            <a:avLst/>
          </a:prstGeom>
        </p:spPr>
        <p:txBody>
          <a:bodyPr vert="horz" lIns="0" tIns="0" rIns="0" bIns="0" rtlCol="0" anchor="ctr"/>
          <a:lstStyle>
            <a:lvl1pPr algn="r">
              <a:defRPr sz="1100">
                <a:solidFill>
                  <a:schemeClr val="tx2"/>
                </a:solidFill>
              </a:defRPr>
            </a:lvl1pPr>
          </a:lstStyle>
          <a:p>
            <a:fld id="{81561042-0DC2-4A04-AA50-F6D44EB20EBA}" type="slidenum">
              <a:rPr lang="en-US" smtClean="0"/>
              <a:t>‹#›</a:t>
            </a:fld>
            <a:endParaRPr lang="en-US"/>
          </a:p>
        </p:txBody>
      </p:sp>
    </p:spTree>
    <p:extLst>
      <p:ext uri="{BB962C8B-B14F-4D97-AF65-F5344CB8AC3E}">
        <p14:creationId xmlns:p14="http://schemas.microsoft.com/office/powerpoint/2010/main" val="2201667484"/>
      </p:ext>
    </p:extLst>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 id="2147483690" r:id="rId12"/>
    <p:sldLayoutId id="2147483691" r:id="rId13"/>
    <p:sldLayoutId id="2147483692" r:id="rId14"/>
    <p:sldLayoutId id="2147483693" r:id="rId15"/>
    <p:sldLayoutId id="2147483694" r:id="rId16"/>
    <p:sldLayoutId id="2147483695" r:id="rId17"/>
    <p:sldLayoutId id="2147483696" r:id="rId18"/>
    <p:sldLayoutId id="2147483697" r:id="rId19"/>
    <p:sldLayoutId id="2147483698" r:id="rId20"/>
    <p:sldLayoutId id="2147483699" r:id="rId21"/>
    <p:sldLayoutId id="2147483700" r:id="rId22"/>
    <p:sldLayoutId id="2147483701" r:id="rId23"/>
    <p:sldLayoutId id="2147483702" r:id="rId24"/>
    <p:sldLayoutId id="2147483703" r:id="rId25"/>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14400" rtl="0" eaLnBrk="1" latinLnBrk="0" hangingPunct="1">
        <a:lnSpc>
          <a:spcPts val="2600"/>
        </a:lnSpc>
        <a:spcBef>
          <a:spcPct val="0"/>
        </a:spcBef>
        <a:buNone/>
        <a:defRPr sz="2200" kern="1200">
          <a:solidFill>
            <a:schemeClr val="tx1"/>
          </a:solidFill>
          <a:latin typeface="+mj-lt"/>
          <a:ea typeface="+mj-ea"/>
          <a:cs typeface="+mj-cs"/>
        </a:defRPr>
      </a:lvl1pPr>
    </p:titleStyle>
    <p:bodyStyle>
      <a:lvl1pPr marL="0" indent="0" algn="l" defTabSz="914400" rtl="0" eaLnBrk="1" latinLnBrk="0" hangingPunct="1">
        <a:lnSpc>
          <a:spcPts val="2200"/>
        </a:lnSpc>
        <a:spcBef>
          <a:spcPts val="0"/>
        </a:spcBef>
        <a:spcAft>
          <a:spcPts val="1100"/>
        </a:spcAft>
        <a:buFont typeface="Arial" panose="020B0604020202020204" pitchFamily="34" charset="0"/>
        <a:buNone/>
        <a:defRPr sz="1600" kern="1200">
          <a:solidFill>
            <a:schemeClr val="tx1"/>
          </a:solidFill>
          <a:latin typeface="+mn-lt"/>
          <a:ea typeface="+mn-ea"/>
          <a:cs typeface="+mn-cs"/>
        </a:defRPr>
      </a:lvl1pPr>
      <a:lvl2pPr marL="266700" indent="-266700" algn="l" defTabSz="914400" rtl="0" eaLnBrk="1" latinLnBrk="0" hangingPunct="1">
        <a:lnSpc>
          <a:spcPts val="2200"/>
        </a:lnSpc>
        <a:spcBef>
          <a:spcPts val="0"/>
        </a:spcBef>
        <a:spcAft>
          <a:spcPts val="1100"/>
        </a:spcAft>
        <a:buSzPct val="140000"/>
        <a:buFont typeface="Arial" panose="020B0604020202020204" pitchFamily="34" charset="0"/>
        <a:buChar char="•"/>
        <a:defRPr sz="1600" kern="1200">
          <a:solidFill>
            <a:schemeClr val="tx1"/>
          </a:solidFill>
          <a:latin typeface="+mn-lt"/>
          <a:ea typeface="+mn-ea"/>
          <a:cs typeface="+mn-cs"/>
        </a:defRPr>
      </a:lvl2pPr>
      <a:lvl3pPr marL="266700" indent="-266700" algn="l" defTabSz="914400" rtl="0" eaLnBrk="1" latinLnBrk="0" hangingPunct="1">
        <a:lnSpc>
          <a:spcPts val="2200"/>
        </a:lnSpc>
        <a:spcBef>
          <a:spcPts val="0"/>
        </a:spcBef>
        <a:spcAft>
          <a:spcPts val="1100"/>
        </a:spcAft>
        <a:buClr>
          <a:schemeClr val="tx1"/>
        </a:buClr>
        <a:buSzPct val="100000"/>
        <a:buFont typeface="+mj-lt"/>
        <a:buAutoNum type="arabicPeriod"/>
        <a:defRPr sz="1600" kern="1200">
          <a:solidFill>
            <a:schemeClr val="tx1"/>
          </a:solidFill>
          <a:latin typeface="+mn-lt"/>
          <a:ea typeface="+mn-ea"/>
          <a:cs typeface="+mn-cs"/>
        </a:defRPr>
      </a:lvl3pPr>
      <a:lvl4pPr marL="538163" indent="0" algn="l" defTabSz="914400" rtl="0" eaLnBrk="1" latinLnBrk="0" hangingPunct="1">
        <a:lnSpc>
          <a:spcPts val="2200"/>
        </a:lnSpc>
        <a:spcBef>
          <a:spcPts val="0"/>
        </a:spcBef>
        <a:spcAft>
          <a:spcPts val="1100"/>
        </a:spcAft>
        <a:buFont typeface="Arial" panose="020B0604020202020204" pitchFamily="34" charset="0"/>
        <a:buNone/>
        <a:defRPr sz="1600" kern="1200">
          <a:solidFill>
            <a:schemeClr val="tx1"/>
          </a:solidFill>
          <a:latin typeface="+mn-lt"/>
          <a:ea typeface="+mn-ea"/>
          <a:cs typeface="+mn-cs"/>
        </a:defRPr>
      </a:lvl4pPr>
      <a:lvl5pPr marL="823913" indent="-285750" algn="l" defTabSz="914400" rtl="0" eaLnBrk="1" latinLnBrk="0" hangingPunct="1">
        <a:lnSpc>
          <a:spcPts val="2200"/>
        </a:lnSpc>
        <a:spcBef>
          <a:spcPts val="0"/>
        </a:spcBef>
        <a:spcAft>
          <a:spcPts val="1100"/>
        </a:spcAft>
        <a:buSzPct val="130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6" pos="642">
          <p15:clr>
            <a:srgbClr val="F26B43"/>
          </p15:clr>
        </p15:guide>
        <p15:guide id="55" orient="horz" pos="4201">
          <p15:clr>
            <a:srgbClr val="F26B43"/>
          </p15:clr>
        </p15:guide>
        <p15:guide id="68" pos="7265">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hyperlink" Target="mailto:holger.giese@hpi.uni-potsdam.de)" TargetMode="External"/><Relationship Id="rId7" Type="http://schemas.openxmlformats.org/officeDocument/2006/relationships/hyperlink" Target="mailto:Matthias.barkowsky@hpi.de" TargetMode="External"/><Relationship Id="rId2" Type="http://schemas.openxmlformats.org/officeDocument/2006/relationships/notesSlide" Target="../notesSlides/notesSlide1.xml"/><Relationship Id="rId1" Type="http://schemas.openxmlformats.org/officeDocument/2006/relationships/slideLayout" Target="../slideLayouts/slideLayout18.xml"/><Relationship Id="rId6" Type="http://schemas.openxmlformats.org/officeDocument/2006/relationships/hyperlink" Target="mailto:Finn.Kaiser@hpi.de" TargetMode="External"/><Relationship Id="rId5" Type="http://schemas.openxmlformats.org/officeDocument/2006/relationships/hyperlink" Target="mailto:sona.Ghahremani@hpi.de" TargetMode="External"/><Relationship Id="rId4" Type="http://schemas.openxmlformats.org/officeDocument/2006/relationships/hyperlink" Target="mailto:christian.adriano@hpi.de" TargetMode="External"/></Relationships>
</file>

<file path=ppt/slides/_rels/slide2.xml.rels><?xml version="1.0" encoding="UTF-8" standalone="yes"?>
<Relationships xmlns="http://schemas.openxmlformats.org/package/2006/relationships"><Relationship Id="rId2" Type="http://schemas.openxmlformats.org/officeDocument/2006/relationships/hyperlink" Target="https://moodle.hpi.de/course/view.php?id=840" TargetMode="External"/><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3" Type="http://schemas.openxmlformats.org/officeDocument/2006/relationships/hyperlink" Target="https://moodle.hpi.de/course/view.php?id=1014" TargetMode="External"/><Relationship Id="rId2" Type="http://schemas.openxmlformats.org/officeDocument/2006/relationships/hyperlink" Target="https://github.com/orgs/hpi-sam/" TargetMode="External"/><Relationship Id="rId1" Type="http://schemas.openxmlformats.org/officeDocument/2006/relationships/slideLayout" Target="../slideLayouts/slideLayout19.xml"/><Relationship Id="rId5" Type="http://schemas.openxmlformats.org/officeDocument/2006/relationships/hyperlink" Target="mailto:chistian.adriano@hpi.de" TargetMode="External"/><Relationship Id="rId4" Type="http://schemas.openxmlformats.org/officeDocument/2006/relationships/hyperlink" Target="https://sam-reinforce-sas.slack.com/"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9.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9.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9.xml"/></Relationships>
</file>

<file path=ppt/slides/_rels/slide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3.xml"/></Relationships>
</file>

<file path=ppt/slides/_rels/slide1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42.xml"/></Relationships>
</file>

<file path=ppt/slides/_rels/slide1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4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9.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19.xml.rels><?xml version="1.0" encoding="UTF-8" standalone="yes"?>
<Relationships xmlns="http://schemas.openxmlformats.org/package/2006/relationships"><Relationship Id="rId3" Type="http://schemas.openxmlformats.org/officeDocument/2006/relationships/hyperlink" Target="https://arxiv.org/abs/2509.12129" TargetMode="External"/><Relationship Id="rId2" Type="http://schemas.openxmlformats.org/officeDocument/2006/relationships/hyperlink" Target="https://arxiv.org/abs/2306.14846" TargetMode="External"/><Relationship Id="rId1" Type="http://schemas.openxmlformats.org/officeDocument/2006/relationships/slideLayout" Target="../slideLayouts/slideLayout39.xml"/><Relationship Id="rId6" Type="http://schemas.openxmlformats.org/officeDocument/2006/relationships/hyperlink" Target="https://europe.naverlabs.com/research/foundation-models-for-robot-navigation/" TargetMode="External"/><Relationship Id="rId5" Type="http://schemas.openxmlformats.org/officeDocument/2006/relationships/hyperlink" Target="https://arxiv.org/abs/2410.10577" TargetMode="External"/><Relationship Id="rId4" Type="http://schemas.openxmlformats.org/officeDocument/2006/relationships/hyperlink" Target="https://arxiv.org/abs/2407.16412" TargetMode="Externa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9.xml"/></Relationships>
</file>

<file path=ppt/slides/_rels/slide21.xml.rels><?xml version="1.0" encoding="UTF-8" standalone="yes"?>
<Relationships xmlns="http://schemas.openxmlformats.org/package/2006/relationships"><Relationship Id="rId2" Type="http://schemas.openxmlformats.org/officeDocument/2006/relationships/hyperlink" Target="mailto:christian.adriano@hpi.de" TargetMode="External"/><Relationship Id="rId1" Type="http://schemas.openxmlformats.org/officeDocument/2006/relationships/slideLayout" Target="../slideLayouts/slideLayout1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Rectangle 2"/>
          <p:cNvSpPr>
            <a:spLocks noGrp="1" noChangeArrowheads="1"/>
          </p:cNvSpPr>
          <p:nvPr>
            <p:ph type="ctrTitle"/>
          </p:nvPr>
        </p:nvSpPr>
        <p:spPr>
          <a:xfrm>
            <a:off x="1017457" y="1152000"/>
            <a:ext cx="8498018" cy="1080000"/>
          </a:xfrm>
        </p:spPr>
        <p:txBody>
          <a:bodyPr>
            <a:normAutofit fontScale="90000"/>
          </a:bodyPr>
          <a:lstStyle/>
          <a:p>
            <a:r>
              <a:rPr lang="en-US" altLang="x-none" sz="1800" dirty="0">
                <a:ea typeface="ＭＳ Ｐゴシック" charset="-128"/>
              </a:rPr>
              <a:t>Winter 25-26</a:t>
            </a:r>
            <a:br>
              <a:rPr lang="en-US" altLang="x-none" sz="1800" dirty="0">
                <a:ea typeface="ＭＳ Ｐゴシック" charset="-128"/>
              </a:rPr>
            </a:br>
            <a:r>
              <a:rPr lang="en-US" sz="2700" b="1" dirty="0"/>
              <a:t>PS -Robotic Sensing and Knowledge Transfer Learning in Safety-Critical Environments</a:t>
            </a:r>
            <a:br>
              <a:rPr lang="en-US" sz="2000" b="1" dirty="0"/>
            </a:br>
            <a:r>
              <a:rPr lang="en-US" altLang="x-none" sz="3600" b="1" dirty="0">
                <a:ea typeface="ＭＳ Ｐゴシック" charset="-128"/>
              </a:rPr>
              <a:t>Organization &amp; Introduction</a:t>
            </a:r>
            <a:endParaRPr lang="en-US" altLang="x-none" b="1" dirty="0">
              <a:ea typeface="ＭＳ Ｐゴシック" charset="-128"/>
            </a:endParaRPr>
          </a:p>
        </p:txBody>
      </p:sp>
      <p:sp>
        <p:nvSpPr>
          <p:cNvPr id="27650" name="Rectangle 3"/>
          <p:cNvSpPr>
            <a:spLocks noGrp="1" noChangeArrowheads="1"/>
          </p:cNvSpPr>
          <p:nvPr>
            <p:ph type="subTitle" idx="1"/>
          </p:nvPr>
        </p:nvSpPr>
        <p:spPr>
          <a:xfrm>
            <a:off x="1017456" y="2388247"/>
            <a:ext cx="7583619" cy="2755253"/>
          </a:xfrm>
        </p:spPr>
        <p:txBody>
          <a:bodyPr>
            <a:noAutofit/>
          </a:bodyPr>
          <a:lstStyle/>
          <a:p>
            <a:r>
              <a:rPr lang="en-US" altLang="x-none" sz="1600" dirty="0">
                <a:ea typeface="ＭＳ Ｐゴシック" charset="-128"/>
              </a:rPr>
              <a:t>Prof. Dr. Holger Giese (</a:t>
            </a:r>
            <a:r>
              <a:rPr lang="en-US" altLang="x-none" sz="1600" dirty="0">
                <a:ea typeface="ＭＳ Ｐゴシック" charset="-128"/>
                <a:hlinkClick r:id="rId3"/>
              </a:rPr>
              <a:t>Holger.Giese@hpi.de)</a:t>
            </a:r>
            <a:r>
              <a:rPr lang="en-US" altLang="x-none" sz="1600" dirty="0">
                <a:ea typeface="ＭＳ Ｐゴシック" charset="-128"/>
              </a:rPr>
              <a:t> </a:t>
            </a:r>
          </a:p>
          <a:p>
            <a:r>
              <a:rPr lang="en-US" altLang="x-none" sz="1600" b="1" dirty="0">
                <a:ea typeface="ＭＳ Ｐゴシック" charset="-128"/>
              </a:rPr>
              <a:t>Christian Medeiros Adriano </a:t>
            </a:r>
            <a:r>
              <a:rPr lang="en-US" altLang="x-none" sz="1600" dirty="0">
                <a:ea typeface="ＭＳ Ｐゴシック" charset="-128"/>
              </a:rPr>
              <a:t>(</a:t>
            </a:r>
            <a:r>
              <a:rPr lang="en-US" altLang="x-none" sz="1600" dirty="0">
                <a:ea typeface="ＭＳ Ｐゴシック" charset="-128"/>
                <a:hlinkClick r:id="rId4"/>
              </a:rPr>
              <a:t>Christian.Adriano@hpi.de</a:t>
            </a:r>
            <a:r>
              <a:rPr lang="en-US" altLang="x-none" sz="1600" dirty="0">
                <a:ea typeface="ＭＳ Ｐゴシック" charset="-128"/>
              </a:rPr>
              <a:t>) - </a:t>
            </a:r>
            <a:r>
              <a:rPr lang="en-US" altLang="x-none" sz="1600" b="1" dirty="0">
                <a:ea typeface="ＭＳ Ｐゴシック" charset="-128"/>
              </a:rPr>
              <a:t>“Chris”</a:t>
            </a:r>
          </a:p>
          <a:p>
            <a:r>
              <a:rPr lang="en-US" altLang="x-none" sz="1600" dirty="0">
                <a:ea typeface="ＭＳ Ｐゴシック" charset="-128"/>
              </a:rPr>
              <a:t>Dr. Sona Ghahremani (</a:t>
            </a:r>
            <a:r>
              <a:rPr lang="en-US" altLang="x-none" sz="1600" dirty="0">
                <a:ea typeface="ＭＳ Ｐゴシック" charset="-128"/>
                <a:hlinkClick r:id="rId5"/>
              </a:rPr>
              <a:t>Sona.Ghahremani@hpi.de</a:t>
            </a:r>
            <a:r>
              <a:rPr lang="en-US" altLang="x-none" sz="1600" dirty="0">
                <a:ea typeface="ＭＳ Ｐゴシック" charset="-128"/>
              </a:rPr>
              <a:t>) </a:t>
            </a:r>
          </a:p>
          <a:p>
            <a:r>
              <a:rPr lang="en-US" altLang="x-none" sz="1600" dirty="0">
                <a:ea typeface="ＭＳ Ｐゴシック" charset="-128"/>
              </a:rPr>
              <a:t>Finn Kaiser (</a:t>
            </a:r>
            <a:r>
              <a:rPr lang="en-US" altLang="x-none" sz="1600" dirty="0">
                <a:ea typeface="ＭＳ Ｐゴシック" charset="-128"/>
                <a:hlinkClick r:id="rId6"/>
              </a:rPr>
              <a:t>Finn.Kaiser@hpi.de</a:t>
            </a:r>
            <a:r>
              <a:rPr lang="en-US" altLang="x-none" sz="1600" dirty="0">
                <a:ea typeface="ＭＳ Ｐゴシック" charset="-128"/>
              </a:rPr>
              <a:t>)</a:t>
            </a:r>
          </a:p>
          <a:p>
            <a:r>
              <a:rPr lang="en-US" altLang="x-none" sz="1600" dirty="0">
                <a:ea typeface="ＭＳ Ｐゴシック" charset="-128"/>
              </a:rPr>
              <a:t>He Xu (</a:t>
            </a:r>
            <a:r>
              <a:rPr lang="en-US" altLang="x-none" sz="1600" dirty="0">
                <a:ea typeface="ＭＳ Ｐゴシック" charset="-128"/>
                <a:hlinkClick r:id="rId7"/>
              </a:rPr>
              <a:t>He.Xu@hpi.de</a:t>
            </a:r>
            <a:r>
              <a:rPr lang="en-US" altLang="x-none" sz="1600" dirty="0">
                <a:ea typeface="ＭＳ Ｐゴシック" charset="-128"/>
              </a:rPr>
              <a:t>)</a:t>
            </a:r>
          </a:p>
          <a:p>
            <a:r>
              <a:rPr lang="en-US" altLang="x-none" sz="1600" dirty="0">
                <a:ea typeface="ＭＳ Ｐゴシック" charset="-128"/>
              </a:rPr>
              <a:t>Mustafa Ghani (</a:t>
            </a:r>
            <a:r>
              <a:rPr lang="en-US" altLang="x-none" sz="1600" dirty="0">
                <a:ea typeface="ＭＳ Ｐゴシック" charset="-128"/>
                <a:hlinkClick r:id="rId7"/>
              </a:rPr>
              <a:t>Mustafa.Ghani@hpi.de</a:t>
            </a:r>
            <a:r>
              <a:rPr lang="en-US" altLang="x-none" sz="1600" dirty="0">
                <a:ea typeface="ＭＳ Ｐゴシック" charset="-128"/>
              </a:rPr>
              <a:t>)</a:t>
            </a:r>
          </a:p>
          <a:p>
            <a:endParaRPr lang="en-US" altLang="x-none" sz="1600" dirty="0">
              <a:ea typeface="ＭＳ Ｐゴシック" charset="-128"/>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1047749" y="265725"/>
            <a:ext cx="9698039" cy="747100"/>
          </a:xfrm>
        </p:spPr>
        <p:txBody>
          <a:bodyPr/>
          <a:lstStyle/>
          <a:p>
            <a:r>
              <a:rPr lang="de-DE" dirty="0"/>
              <a:t>Key Facts</a:t>
            </a:r>
          </a:p>
        </p:txBody>
      </p:sp>
      <p:sp>
        <p:nvSpPr>
          <p:cNvPr id="9" name="Slide Number Placeholder 8">
            <a:extLst>
              <a:ext uri="{FF2B5EF4-FFF2-40B4-BE49-F238E27FC236}">
                <a16:creationId xmlns:a16="http://schemas.microsoft.com/office/drawing/2014/main" id="{10DD480C-87FD-4965-9C49-9EABB5D74124}"/>
              </a:ext>
            </a:extLst>
          </p:cNvPr>
          <p:cNvSpPr>
            <a:spLocks noGrp="1"/>
          </p:cNvSpPr>
          <p:nvPr>
            <p:ph type="sldNum" sz="quarter" idx="16"/>
          </p:nvPr>
        </p:nvSpPr>
        <p:spPr/>
        <p:txBody>
          <a:bodyPr/>
          <a:lstStyle/>
          <a:p>
            <a:fld id="{B6764590-B09C-4C10-8479-FDA70719B682}" type="slidenum">
              <a:rPr lang="de-DE" smtClean="0"/>
              <a:t>2</a:t>
            </a:fld>
            <a:endParaRPr lang="de-DE"/>
          </a:p>
        </p:txBody>
      </p:sp>
      <p:sp>
        <p:nvSpPr>
          <p:cNvPr id="8" name="Text Placeholder 7"/>
          <p:cNvSpPr>
            <a:spLocks noGrp="1"/>
          </p:cNvSpPr>
          <p:nvPr>
            <p:ph type="body" sz="quarter" idx="17"/>
          </p:nvPr>
        </p:nvSpPr>
        <p:spPr>
          <a:xfrm>
            <a:off x="1090873" y="1501775"/>
            <a:ext cx="10010253" cy="3854450"/>
          </a:xfrm>
        </p:spPr>
        <p:txBody>
          <a:bodyPr/>
          <a:lstStyle/>
          <a:p>
            <a:pPr marL="342900" indent="-342900">
              <a:buFont typeface="Arial" panose="020B0604020202020204" pitchFamily="34" charset="0"/>
              <a:buChar char="•"/>
            </a:pPr>
            <a:r>
              <a:rPr lang="en-US" dirty="0"/>
              <a:t>Weekly Hours: </a:t>
            </a:r>
            <a:r>
              <a:rPr lang="en-US" b="1" dirty="0"/>
              <a:t>4</a:t>
            </a:r>
          </a:p>
          <a:p>
            <a:pPr marL="342900" indent="-342900">
              <a:buFont typeface="Arial" panose="020B0604020202020204" pitchFamily="34" charset="0"/>
              <a:buChar char="•"/>
            </a:pPr>
            <a:r>
              <a:rPr lang="en-US" dirty="0"/>
              <a:t>Credit Points: </a:t>
            </a:r>
            <a:r>
              <a:rPr lang="en-US" b="1" dirty="0"/>
              <a:t>6</a:t>
            </a:r>
          </a:p>
          <a:p>
            <a:pPr marL="342900" indent="-342900">
              <a:buFont typeface="Arial" panose="020B0604020202020204" pitchFamily="34" charset="0"/>
              <a:buChar char="•"/>
            </a:pPr>
            <a:r>
              <a:rPr lang="en-US" dirty="0"/>
              <a:t>Teaching Form: </a:t>
            </a:r>
            <a:r>
              <a:rPr lang="en-US" b="1" dirty="0"/>
              <a:t>Project</a:t>
            </a:r>
            <a:r>
              <a:rPr lang="en-US" dirty="0"/>
              <a:t> </a:t>
            </a:r>
            <a:r>
              <a:rPr lang="en-US" b="1" dirty="0"/>
              <a:t>Seminar</a:t>
            </a:r>
          </a:p>
          <a:p>
            <a:pPr marL="342900" indent="-342900">
              <a:buFont typeface="Arial" panose="020B0604020202020204" pitchFamily="34" charset="0"/>
              <a:buChar char="•"/>
            </a:pPr>
            <a:r>
              <a:rPr lang="en-US" dirty="0"/>
              <a:t>Course Language: </a:t>
            </a:r>
            <a:r>
              <a:rPr lang="en-US" b="1" dirty="0"/>
              <a:t>English</a:t>
            </a:r>
          </a:p>
          <a:p>
            <a:pPr marL="342900" indent="-342900">
              <a:buFont typeface="Arial" panose="020B0604020202020204" pitchFamily="34" charset="0"/>
              <a:buChar char="•"/>
            </a:pPr>
            <a:r>
              <a:rPr lang="en-US" dirty="0"/>
              <a:t>Moodle Website: </a:t>
            </a:r>
            <a:r>
              <a:rPr lang="en-US" b="1" dirty="0">
                <a:hlinkClick r:id="rId2"/>
              </a:rPr>
              <a:t>https://moodle.hpi.de/course/view.php?id=1014</a:t>
            </a:r>
            <a:endParaRPr lang="en-US" b="1" dirty="0"/>
          </a:p>
        </p:txBody>
      </p:sp>
    </p:spTree>
    <p:extLst>
      <p:ext uri="{BB962C8B-B14F-4D97-AF65-F5344CB8AC3E}">
        <p14:creationId xmlns:p14="http://schemas.microsoft.com/office/powerpoint/2010/main" val="120484589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589966" y="388450"/>
            <a:ext cx="9698039" cy="747100"/>
          </a:xfrm>
        </p:spPr>
        <p:txBody>
          <a:bodyPr/>
          <a:lstStyle/>
          <a:p>
            <a:r>
              <a:rPr lang="de-DE" dirty="0"/>
              <a:t>Dates</a:t>
            </a:r>
          </a:p>
        </p:txBody>
      </p:sp>
      <p:sp>
        <p:nvSpPr>
          <p:cNvPr id="2" name="Slide Number Placeholder 1">
            <a:extLst>
              <a:ext uri="{FF2B5EF4-FFF2-40B4-BE49-F238E27FC236}">
                <a16:creationId xmlns:a16="http://schemas.microsoft.com/office/drawing/2014/main" id="{B96D41EB-4144-4F25-9693-4672506CFF18}"/>
              </a:ext>
            </a:extLst>
          </p:cNvPr>
          <p:cNvSpPr>
            <a:spLocks noGrp="1"/>
          </p:cNvSpPr>
          <p:nvPr>
            <p:ph type="sldNum" sz="quarter" idx="16"/>
          </p:nvPr>
        </p:nvSpPr>
        <p:spPr/>
        <p:txBody>
          <a:bodyPr/>
          <a:lstStyle/>
          <a:p>
            <a:fld id="{B6764590-B09C-4C10-8479-FDA70719B682}" type="slidenum">
              <a:rPr lang="de-DE" smtClean="0"/>
              <a:t>3</a:t>
            </a:fld>
            <a:endParaRPr lang="de-DE"/>
          </a:p>
        </p:txBody>
      </p:sp>
      <p:sp>
        <p:nvSpPr>
          <p:cNvPr id="8" name="Text Placeholder 7"/>
          <p:cNvSpPr>
            <a:spLocks noGrp="1"/>
          </p:cNvSpPr>
          <p:nvPr>
            <p:ph type="body" sz="quarter" idx="17"/>
          </p:nvPr>
        </p:nvSpPr>
        <p:spPr>
          <a:xfrm>
            <a:off x="840790" y="1501774"/>
            <a:ext cx="9938045" cy="4649643"/>
          </a:xfrm>
        </p:spPr>
        <p:txBody>
          <a:bodyPr/>
          <a:lstStyle/>
          <a:p>
            <a:r>
              <a:rPr lang="en-US" sz="2400" b="1" dirty="0"/>
              <a:t>Milestones</a:t>
            </a:r>
          </a:p>
          <a:p>
            <a:pPr marL="342900" indent="-342900">
              <a:buFont typeface="Arial" panose="020B0604020202020204" pitchFamily="34" charset="0"/>
              <a:buChar char="•"/>
            </a:pPr>
            <a:r>
              <a:rPr lang="en-US" sz="2400" dirty="0"/>
              <a:t>Introductory meeting: </a:t>
            </a:r>
            <a:r>
              <a:rPr lang="en-US" sz="2400" b="1" dirty="0"/>
              <a:t>14.10.2025  </a:t>
            </a:r>
            <a:r>
              <a:rPr lang="en-US" sz="2400" b="1" dirty="0">
                <a:solidFill>
                  <a:schemeClr val="accent1"/>
                </a:solidFill>
              </a:rPr>
              <a:t>[NOW]</a:t>
            </a:r>
            <a:endParaRPr lang="en-US" sz="2400" dirty="0"/>
          </a:p>
          <a:p>
            <a:pPr marL="342900" indent="-342900">
              <a:buFont typeface="Arial" panose="020B0604020202020204" pitchFamily="34" charset="0"/>
              <a:buChar char="•"/>
            </a:pPr>
            <a:r>
              <a:rPr lang="en-US" sz="2400" dirty="0"/>
              <a:t>Enrollment deadline: </a:t>
            </a:r>
            <a:r>
              <a:rPr lang="en-US" sz="2400" b="1" dirty="0"/>
              <a:t>31.10.2025</a:t>
            </a:r>
            <a:endParaRPr lang="en-US" sz="2400" b="1" dirty="0">
              <a:solidFill>
                <a:schemeClr val="accent1"/>
              </a:solidFill>
            </a:endParaRPr>
          </a:p>
          <a:p>
            <a:pPr marL="342900" indent="-342900">
              <a:buFont typeface="Arial" panose="020B0604020202020204" pitchFamily="34" charset="0"/>
              <a:buChar char="•"/>
            </a:pPr>
            <a:r>
              <a:rPr lang="en-US" sz="2400" dirty="0"/>
              <a:t>Deregistration deadline: </a:t>
            </a:r>
            <a:r>
              <a:rPr lang="en-US" sz="2400" b="1" dirty="0"/>
              <a:t>2 days before the exam, but we ask you to inform us as soon as possible.</a:t>
            </a:r>
          </a:p>
          <a:p>
            <a:pPr marL="342900" indent="-342900">
              <a:buFont typeface="Arial" panose="020B0604020202020204" pitchFamily="34" charset="0"/>
              <a:buChar char="•"/>
            </a:pPr>
            <a:r>
              <a:rPr lang="en-US" sz="2400" dirty="0"/>
              <a:t>Final Presentations: </a:t>
            </a:r>
            <a:r>
              <a:rPr lang="en-US" sz="2400" b="1" dirty="0"/>
              <a:t>11.02.2026</a:t>
            </a:r>
            <a:endParaRPr lang="en-US" sz="2400" b="1" dirty="0">
              <a:solidFill>
                <a:schemeClr val="accent1"/>
              </a:solidFill>
            </a:endParaRPr>
          </a:p>
          <a:p>
            <a:pPr marL="342900" indent="-342900">
              <a:buFont typeface="Arial" panose="020B0604020202020204" pitchFamily="34" charset="0"/>
              <a:buChar char="•"/>
            </a:pPr>
            <a:endParaRPr lang="en-US" sz="2400" dirty="0"/>
          </a:p>
          <a:p>
            <a:r>
              <a:rPr lang="en-US" sz="2400" b="1" dirty="0"/>
              <a:t>Meetings</a:t>
            </a:r>
            <a:r>
              <a:rPr lang="en-US" sz="2400" dirty="0"/>
              <a:t>:</a:t>
            </a:r>
            <a:r>
              <a:rPr lang="en-US" sz="2400" b="1" dirty="0"/>
              <a:t> </a:t>
            </a:r>
          </a:p>
          <a:p>
            <a:pPr marL="285750" lvl="3" indent="-285750">
              <a:buFont typeface="Arial" panose="020B0604020202020204" pitchFamily="34" charset="0"/>
              <a:buChar char="•"/>
            </a:pPr>
            <a:r>
              <a:rPr lang="en-US" sz="2400" dirty="0"/>
              <a:t>Introductory lectures (3 to 4)</a:t>
            </a:r>
          </a:p>
          <a:p>
            <a:pPr marL="285750" lvl="3" indent="-285750">
              <a:buFont typeface="Arial" panose="020B0604020202020204" pitchFamily="34" charset="0"/>
              <a:buChar char="•"/>
            </a:pPr>
            <a:r>
              <a:rPr lang="en-US" sz="2400" dirty="0"/>
              <a:t>Project scope discussion and updates – once a week</a:t>
            </a:r>
          </a:p>
          <a:p>
            <a:pPr marL="342900" indent="-342900">
              <a:buFont typeface="Arial" panose="020B0604020202020204" pitchFamily="34" charset="0"/>
              <a:buChar char="•"/>
            </a:pPr>
            <a:endParaRPr lang="en-US" sz="2400" dirty="0"/>
          </a:p>
        </p:txBody>
      </p:sp>
    </p:spTree>
    <p:extLst>
      <p:ext uri="{BB962C8B-B14F-4D97-AF65-F5344CB8AC3E}">
        <p14:creationId xmlns:p14="http://schemas.microsoft.com/office/powerpoint/2010/main" val="78018580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941E85-F882-469F-B88F-4664B51599B4}"/>
              </a:ext>
            </a:extLst>
          </p:cNvPr>
          <p:cNvSpPr>
            <a:spLocks noGrp="1"/>
          </p:cNvSpPr>
          <p:nvPr>
            <p:ph type="title"/>
          </p:nvPr>
        </p:nvSpPr>
        <p:spPr>
          <a:xfrm>
            <a:off x="589683" y="388450"/>
            <a:ext cx="9698039" cy="747100"/>
          </a:xfrm>
        </p:spPr>
        <p:txBody>
          <a:bodyPr/>
          <a:lstStyle/>
          <a:p>
            <a:r>
              <a:rPr lang="pt-BR" dirty="0"/>
              <a:t>Communicantion Plan</a:t>
            </a:r>
            <a:endParaRPr lang="en-US" dirty="0"/>
          </a:p>
        </p:txBody>
      </p:sp>
      <p:graphicFrame>
        <p:nvGraphicFramePr>
          <p:cNvPr id="4" name="Table 4">
            <a:extLst>
              <a:ext uri="{FF2B5EF4-FFF2-40B4-BE49-F238E27FC236}">
                <a16:creationId xmlns:a16="http://schemas.microsoft.com/office/drawing/2014/main" id="{76F4BC91-20F4-4E01-9FB2-23E35073F183}"/>
              </a:ext>
            </a:extLst>
          </p:cNvPr>
          <p:cNvGraphicFramePr>
            <a:graphicFrameLocks noGrp="1"/>
          </p:cNvGraphicFramePr>
          <p:nvPr>
            <p:ph idx="4294967295"/>
            <p:extLst>
              <p:ext uri="{D42A27DB-BD31-4B8C-83A1-F6EECF244321}">
                <p14:modId xmlns:p14="http://schemas.microsoft.com/office/powerpoint/2010/main" val="2874544255"/>
              </p:ext>
            </p:extLst>
          </p:nvPr>
        </p:nvGraphicFramePr>
        <p:xfrm>
          <a:off x="550719" y="1361122"/>
          <a:ext cx="11293620" cy="4577080"/>
        </p:xfrm>
        <a:graphic>
          <a:graphicData uri="http://schemas.openxmlformats.org/drawingml/2006/table">
            <a:tbl>
              <a:tblPr firstRow="1" bandRow="1">
                <a:tableStyleId>{5C22544A-7EE6-4342-B048-85BDC9FD1C3A}</a:tableStyleId>
              </a:tblPr>
              <a:tblGrid>
                <a:gridCol w="2592531">
                  <a:extLst>
                    <a:ext uri="{9D8B030D-6E8A-4147-A177-3AD203B41FA5}">
                      <a16:colId xmlns:a16="http://schemas.microsoft.com/office/drawing/2014/main" val="3230664161"/>
                    </a:ext>
                  </a:extLst>
                </a:gridCol>
                <a:gridCol w="3650352">
                  <a:extLst>
                    <a:ext uri="{9D8B030D-6E8A-4147-A177-3AD203B41FA5}">
                      <a16:colId xmlns:a16="http://schemas.microsoft.com/office/drawing/2014/main" val="2221070142"/>
                    </a:ext>
                  </a:extLst>
                </a:gridCol>
                <a:gridCol w="5050737">
                  <a:extLst>
                    <a:ext uri="{9D8B030D-6E8A-4147-A177-3AD203B41FA5}">
                      <a16:colId xmlns:a16="http://schemas.microsoft.com/office/drawing/2014/main" val="278241592"/>
                    </a:ext>
                  </a:extLst>
                </a:gridCol>
              </a:tblGrid>
              <a:tr h="370840">
                <a:tc>
                  <a:txBody>
                    <a:bodyPr/>
                    <a:lstStyle/>
                    <a:p>
                      <a:r>
                        <a:rPr lang="pt-BR" dirty="0"/>
                        <a:t>Motive</a:t>
                      </a:r>
                      <a:endParaRPr lang="en-US" dirty="0"/>
                    </a:p>
                  </a:txBody>
                  <a:tcPr/>
                </a:tc>
                <a:tc>
                  <a:txBody>
                    <a:bodyPr/>
                    <a:lstStyle/>
                    <a:p>
                      <a:r>
                        <a:rPr lang="pt-BR" dirty="0"/>
                        <a:t>Content</a:t>
                      </a:r>
                      <a:endParaRPr lang="en-US" dirty="0"/>
                    </a:p>
                  </a:txBody>
                  <a:tcPr/>
                </a:tc>
                <a:tc>
                  <a:txBody>
                    <a:bodyPr/>
                    <a:lstStyle/>
                    <a:p>
                      <a:r>
                        <a:rPr lang="pt-BR" dirty="0"/>
                        <a:t>Medium</a:t>
                      </a:r>
                      <a:endParaRPr lang="en-US" dirty="0"/>
                    </a:p>
                  </a:txBody>
                  <a:tcPr/>
                </a:tc>
                <a:extLst>
                  <a:ext uri="{0D108BD9-81ED-4DB2-BD59-A6C34878D82A}">
                    <a16:rowId xmlns:a16="http://schemas.microsoft.com/office/drawing/2014/main" val="3061026594"/>
                  </a:ext>
                </a:extLst>
              </a:tr>
              <a:tr h="370840">
                <a:tc>
                  <a:txBody>
                    <a:bodyPr/>
                    <a:lstStyle/>
                    <a:p>
                      <a:r>
                        <a:rPr lang="en-US" sz="2000" b="1" dirty="0"/>
                        <a:t>Deliverables</a:t>
                      </a:r>
                    </a:p>
                  </a:txBody>
                  <a:tcPr/>
                </a:tc>
                <a:tc>
                  <a:txBody>
                    <a:bodyPr/>
                    <a:lstStyle/>
                    <a:p>
                      <a:r>
                        <a:rPr lang="pt-BR" sz="2000" dirty="0"/>
                        <a:t>Source code, Data Documentation, Wiki</a:t>
                      </a:r>
                      <a:endParaRPr lang="en-US" sz="20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sz="2000" dirty="0"/>
                        <a:t>Github - </a:t>
                      </a:r>
                      <a:r>
                        <a:rPr lang="en-US" sz="2000" dirty="0">
                          <a:hlinkClick r:id="rId2"/>
                        </a:rPr>
                        <a:t>https://github.com/orgs/hpi-sam/</a:t>
                      </a:r>
                      <a:endParaRPr lang="en-US" sz="2000" dirty="0"/>
                    </a:p>
                  </a:txBody>
                  <a:tcPr/>
                </a:tc>
                <a:extLst>
                  <a:ext uri="{0D108BD9-81ED-4DB2-BD59-A6C34878D82A}">
                    <a16:rowId xmlns:a16="http://schemas.microsoft.com/office/drawing/2014/main" val="3515688085"/>
                  </a:ext>
                </a:extLst>
              </a:tr>
              <a:tr h="370840">
                <a:tc>
                  <a:txBody>
                    <a:bodyPr/>
                    <a:lstStyle/>
                    <a:p>
                      <a:r>
                        <a:rPr lang="en-US" sz="2000" b="1" dirty="0"/>
                        <a:t>Slides</a:t>
                      </a:r>
                    </a:p>
                  </a:txBody>
                  <a:tcPr/>
                </a:tc>
                <a:tc>
                  <a:txBody>
                    <a:bodyPr/>
                    <a:lstStyle/>
                    <a:p>
                      <a:r>
                        <a:rPr lang="en-US" sz="2000" dirty="0"/>
                        <a:t>Moodle</a:t>
                      </a:r>
                    </a:p>
                  </a:txBody>
                  <a:tcPr/>
                </a:tc>
                <a:tc>
                  <a:txBody>
                    <a:bodyPr/>
                    <a:lstStyle/>
                    <a:p>
                      <a:r>
                        <a:rPr lang="en-US" sz="2000" dirty="0">
                          <a:hlinkClick r:id="rId3"/>
                        </a:rPr>
                        <a:t>https://moodle.hpi.de/course/view.php?id=1014</a:t>
                      </a:r>
                      <a:r>
                        <a:rPr lang="en-US" sz="2000" dirty="0"/>
                        <a:t>   </a:t>
                      </a:r>
                    </a:p>
                  </a:txBody>
                  <a:tcPr/>
                </a:tc>
                <a:extLst>
                  <a:ext uri="{0D108BD9-81ED-4DB2-BD59-A6C34878D82A}">
                    <a16:rowId xmlns:a16="http://schemas.microsoft.com/office/drawing/2014/main" val="3186589640"/>
                  </a:ext>
                </a:extLst>
              </a:tr>
              <a:tr h="370840">
                <a:tc>
                  <a:txBody>
                    <a:bodyPr/>
                    <a:lstStyle/>
                    <a:p>
                      <a:r>
                        <a:rPr lang="en-US" sz="2000" b="1" dirty="0"/>
                        <a:t>Papers</a:t>
                      </a:r>
                    </a:p>
                  </a:txBody>
                  <a:tcPr/>
                </a:tc>
                <a:tc>
                  <a:txBody>
                    <a:bodyPr/>
                    <a:lstStyle/>
                    <a:p>
                      <a:r>
                        <a:rPr lang="pt-BR" sz="2000" dirty="0"/>
                        <a:t>Copyrighted material</a:t>
                      </a:r>
                      <a:endParaRPr lang="en-US" sz="2000" dirty="0"/>
                    </a:p>
                  </a:txBody>
                  <a:tcPr/>
                </a:tc>
                <a:tc>
                  <a:txBody>
                    <a:bodyPr/>
                    <a:lstStyle/>
                    <a:p>
                      <a:r>
                        <a:rPr lang="pt-BR" sz="2000" dirty="0" err="1"/>
                        <a:t>Zotero</a:t>
                      </a:r>
                      <a:endParaRPr lang="en-US" sz="2000" dirty="0"/>
                    </a:p>
                  </a:txBody>
                  <a:tcPr/>
                </a:tc>
                <a:extLst>
                  <a:ext uri="{0D108BD9-81ED-4DB2-BD59-A6C34878D82A}">
                    <a16:rowId xmlns:a16="http://schemas.microsoft.com/office/drawing/2014/main" val="2251449872"/>
                  </a:ext>
                </a:extLst>
              </a:tr>
              <a:tr h="370840">
                <a:tc>
                  <a:txBody>
                    <a:bodyPr/>
                    <a:lstStyle/>
                    <a:p>
                      <a:r>
                        <a:rPr lang="en-US" sz="2000" b="1" dirty="0"/>
                        <a:t>Offline discussions</a:t>
                      </a:r>
                    </a:p>
                  </a:txBody>
                  <a:tcPr/>
                </a:tc>
                <a:tc>
                  <a:txBody>
                    <a:bodyPr/>
                    <a:lstStyle/>
                    <a:p>
                      <a:r>
                        <a:rPr lang="en-US" sz="2000" dirty="0"/>
                        <a:t>Questions, Suggestions, Sharing </a:t>
                      </a:r>
                    </a:p>
                  </a:txBody>
                  <a:tcPr/>
                </a:tc>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pt-BR" sz="2000" dirty="0" err="1"/>
                        <a:t>Our</a:t>
                      </a:r>
                      <a:r>
                        <a:rPr lang="pt-BR" sz="2000" dirty="0"/>
                        <a:t> Slack </a:t>
                      </a:r>
                      <a:r>
                        <a:rPr lang="pt-BR" sz="2000" dirty="0" err="1"/>
                        <a:t>group</a:t>
                      </a:r>
                      <a:r>
                        <a:rPr lang="en-US" sz="2000" dirty="0">
                          <a:solidFill>
                            <a:srgbClr val="5A6065"/>
                          </a:solidFill>
                          <a:effectLst/>
                          <a:latin typeface="Arial" panose="020B0604020202020204" pitchFamily="34" charset="0"/>
                        </a:rPr>
                        <a:t> (channel #</a:t>
                      </a:r>
                      <a:r>
                        <a:rPr lang="en-US" sz="2000" b="1" dirty="0"/>
                        <a:t>robotic-sensing-knowledge-transfer</a:t>
                      </a:r>
                      <a:r>
                        <a:rPr lang="en-US" sz="2000" dirty="0">
                          <a:solidFill>
                            <a:srgbClr val="5A6065"/>
                          </a:solidFill>
                          <a:effectLst/>
                          <a:latin typeface="Arial" panose="020B0604020202020204" pitchFamily="34" charset="0"/>
                        </a:rPr>
                        <a:t>)</a:t>
                      </a:r>
                    </a:p>
                    <a:p>
                      <a:pPr marL="0" marR="0" lvl="0" indent="0" algn="l" defTabSz="1219170" rtl="0" eaLnBrk="1" fontAlgn="auto" latinLnBrk="0" hangingPunct="1">
                        <a:lnSpc>
                          <a:spcPct val="100000"/>
                        </a:lnSpc>
                        <a:spcBef>
                          <a:spcPts val="0"/>
                        </a:spcBef>
                        <a:spcAft>
                          <a:spcPts val="0"/>
                        </a:spcAft>
                        <a:buClrTx/>
                        <a:buSzTx/>
                        <a:buFontTx/>
                        <a:buNone/>
                        <a:tabLst/>
                        <a:defRPr/>
                      </a:pPr>
                      <a:r>
                        <a:rPr lang="en-US" sz="2000" dirty="0">
                          <a:hlinkClick r:id="rId4"/>
                        </a:rPr>
                        <a:t>https://sam-reinforce-sas.slack.com</a:t>
                      </a:r>
                      <a:r>
                        <a:rPr lang="en-US" sz="2000" dirty="0"/>
                        <a:t> </a:t>
                      </a:r>
                    </a:p>
                  </a:txBody>
                  <a:tcPr/>
                </a:tc>
                <a:extLst>
                  <a:ext uri="{0D108BD9-81ED-4DB2-BD59-A6C34878D82A}">
                    <a16:rowId xmlns:a16="http://schemas.microsoft.com/office/drawing/2014/main" val="801126484"/>
                  </a:ext>
                </a:extLst>
              </a:tr>
              <a:tr h="370840">
                <a:tc>
                  <a:txBody>
                    <a:bodyPr/>
                    <a:lstStyle/>
                    <a:p>
                      <a:r>
                        <a:rPr lang="en-US" sz="2000" b="1" dirty="0"/>
                        <a:t>Official communications</a:t>
                      </a:r>
                    </a:p>
                  </a:txBody>
                  <a:tcPr/>
                </a:tc>
                <a:tc>
                  <a:txBody>
                    <a:bodyPr/>
                    <a:lstStyle/>
                    <a:p>
                      <a:r>
                        <a:rPr lang="pt-BR" sz="2000" dirty="0"/>
                        <a:t>Schedule, </a:t>
                      </a:r>
                      <a:r>
                        <a:rPr lang="pt-BR" sz="2000" dirty="0" err="1"/>
                        <a:t>Orientations</a:t>
                      </a:r>
                      <a:r>
                        <a:rPr lang="pt-BR" sz="2000" dirty="0"/>
                        <a:t>,</a:t>
                      </a:r>
                    </a:p>
                    <a:p>
                      <a:r>
                        <a:rPr lang="pt-BR" sz="2000" dirty="0" err="1"/>
                        <a:t>Administrative</a:t>
                      </a:r>
                      <a:r>
                        <a:rPr lang="pt-BR" sz="2000" dirty="0"/>
                        <a:t> </a:t>
                      </a:r>
                      <a:r>
                        <a:rPr lang="pt-BR" sz="2000" dirty="0" err="1"/>
                        <a:t>issues</a:t>
                      </a:r>
                      <a:endParaRPr lang="en-US" sz="2000" dirty="0"/>
                    </a:p>
                  </a:txBody>
                  <a:tcPr/>
                </a:tc>
                <a:tc>
                  <a:txBody>
                    <a:bodyPr/>
                    <a:lstStyle/>
                    <a:p>
                      <a:r>
                        <a:rPr lang="pt-BR" sz="2000" dirty="0"/>
                        <a:t>Email </a:t>
                      </a:r>
                      <a:r>
                        <a:rPr lang="pt-BR" sz="2000" dirty="0">
                          <a:hlinkClick r:id="rId5"/>
                        </a:rPr>
                        <a:t>christian.adriano@hpi.de</a:t>
                      </a:r>
                      <a:r>
                        <a:rPr lang="pt-BR" sz="2000" dirty="0"/>
                        <a:t> </a:t>
                      </a:r>
                    </a:p>
                  </a:txBody>
                  <a:tcPr/>
                </a:tc>
                <a:extLst>
                  <a:ext uri="{0D108BD9-81ED-4DB2-BD59-A6C34878D82A}">
                    <a16:rowId xmlns:a16="http://schemas.microsoft.com/office/drawing/2014/main" val="1833738025"/>
                  </a:ext>
                </a:extLst>
              </a:tr>
              <a:tr h="370840">
                <a:tc>
                  <a:txBody>
                    <a:bodyPr/>
                    <a:lstStyle/>
                    <a:p>
                      <a:r>
                        <a:rPr lang="en-US" sz="2000" b="1" dirty="0"/>
                        <a:t>Meetings</a:t>
                      </a:r>
                    </a:p>
                  </a:txBody>
                  <a:tcPr/>
                </a:tc>
                <a:tc>
                  <a:txBody>
                    <a:bodyPr/>
                    <a:lstStyle/>
                    <a:p>
                      <a:r>
                        <a:rPr lang="pt-BR" sz="2000" dirty="0"/>
                        <a:t>Lectures, Status, Work meetings</a:t>
                      </a:r>
                      <a:endParaRPr lang="en-US" sz="2000" dirty="0"/>
                    </a:p>
                  </a:txBody>
                  <a:tcPr/>
                </a:tc>
                <a:tc>
                  <a:txBody>
                    <a:bodyPr/>
                    <a:lstStyle/>
                    <a:p>
                      <a:r>
                        <a:rPr lang="pt-BR" sz="2000" dirty="0"/>
                        <a:t>Teams Meetings</a:t>
                      </a:r>
                    </a:p>
                  </a:txBody>
                  <a:tcPr/>
                </a:tc>
                <a:extLst>
                  <a:ext uri="{0D108BD9-81ED-4DB2-BD59-A6C34878D82A}">
                    <a16:rowId xmlns:a16="http://schemas.microsoft.com/office/drawing/2014/main" val="142713868"/>
                  </a:ext>
                </a:extLst>
              </a:tr>
            </a:tbl>
          </a:graphicData>
        </a:graphic>
      </p:graphicFrame>
    </p:spTree>
    <p:extLst>
      <p:ext uri="{BB962C8B-B14F-4D97-AF65-F5344CB8AC3E}">
        <p14:creationId xmlns:p14="http://schemas.microsoft.com/office/powerpoint/2010/main" val="4663402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22B738-C400-4B84-B983-3AA5487A1AD1}"/>
              </a:ext>
            </a:extLst>
          </p:cNvPr>
          <p:cNvSpPr>
            <a:spLocks noGrp="1"/>
          </p:cNvSpPr>
          <p:nvPr>
            <p:ph type="title"/>
          </p:nvPr>
        </p:nvSpPr>
        <p:spPr>
          <a:xfrm>
            <a:off x="817419" y="84174"/>
            <a:ext cx="9698039" cy="747100"/>
          </a:xfrm>
        </p:spPr>
        <p:txBody>
          <a:bodyPr/>
          <a:lstStyle/>
          <a:p>
            <a:r>
              <a:rPr lang="en-US" dirty="0"/>
              <a:t>Project Proposal</a:t>
            </a:r>
          </a:p>
        </p:txBody>
      </p:sp>
      <p:sp>
        <p:nvSpPr>
          <p:cNvPr id="3" name="Content Placeholder 2">
            <a:extLst>
              <a:ext uri="{FF2B5EF4-FFF2-40B4-BE49-F238E27FC236}">
                <a16:creationId xmlns:a16="http://schemas.microsoft.com/office/drawing/2014/main" id="{FBCFE5B0-EB76-4AD6-87A9-DDCF8EBAEB6C}"/>
              </a:ext>
            </a:extLst>
          </p:cNvPr>
          <p:cNvSpPr>
            <a:spLocks noGrp="1"/>
          </p:cNvSpPr>
          <p:nvPr>
            <p:ph type="body" sz="quarter" idx="17"/>
          </p:nvPr>
        </p:nvSpPr>
        <p:spPr>
          <a:xfrm>
            <a:off x="817418" y="1119331"/>
            <a:ext cx="10806545" cy="5364596"/>
          </a:xfrm>
        </p:spPr>
        <p:txBody>
          <a:bodyPr/>
          <a:lstStyle/>
          <a:p>
            <a:r>
              <a:rPr lang="en-US" b="1" dirty="0"/>
              <a:t>Team size preferred</a:t>
            </a:r>
            <a:r>
              <a:rPr lang="en-US" dirty="0"/>
              <a:t>: from 2 to 4.</a:t>
            </a:r>
          </a:p>
          <a:p>
            <a:endParaRPr lang="en-US" dirty="0"/>
          </a:p>
          <a:p>
            <a:r>
              <a:rPr lang="en-US" b="1" dirty="0"/>
              <a:t>Project proposal in two stages (we will guide you in that)</a:t>
            </a:r>
            <a:endParaRPr lang="en-US" dirty="0"/>
          </a:p>
          <a:p>
            <a:r>
              <a:rPr lang="en-US" dirty="0"/>
              <a:t>1- State-of-art (one page, double column) – </a:t>
            </a:r>
            <a:r>
              <a:rPr lang="en-US" dirty="0">
                <a:solidFill>
                  <a:schemeClr val="accent1">
                    <a:lumMod val="75000"/>
                  </a:schemeClr>
                </a:solidFill>
              </a:rPr>
              <a:t>~ in approx. 3 weeks</a:t>
            </a:r>
          </a:p>
          <a:p>
            <a:pPr marL="342900" indent="-342900">
              <a:buFont typeface="Arial" panose="020B0604020202020204" pitchFamily="34" charset="0"/>
              <a:buChar char="•"/>
            </a:pPr>
            <a:r>
              <a:rPr lang="en-US" dirty="0"/>
              <a:t>covering at least 10 well-selected papers per person</a:t>
            </a:r>
          </a:p>
          <a:p>
            <a:endParaRPr lang="en-US" dirty="0"/>
          </a:p>
          <a:p>
            <a:r>
              <a:rPr lang="en-US" dirty="0"/>
              <a:t>2- Proposal - </a:t>
            </a:r>
            <a:r>
              <a:rPr lang="en-US" dirty="0">
                <a:solidFill>
                  <a:schemeClr val="accent1">
                    <a:lumMod val="75000"/>
                  </a:schemeClr>
                </a:solidFill>
              </a:rPr>
              <a:t>first draft ~ in approx. 6 weeks</a:t>
            </a:r>
          </a:p>
          <a:p>
            <a:pPr marL="342900" indent="-342900">
              <a:buFont typeface="Arial" panose="020B0604020202020204" pitchFamily="34" charset="0"/>
              <a:buChar char="•"/>
            </a:pPr>
            <a:r>
              <a:rPr lang="en-US" dirty="0"/>
              <a:t>State the problem (what is it? why should I care?, why is it challenging?)</a:t>
            </a:r>
          </a:p>
          <a:p>
            <a:pPr marL="342900" indent="-342900">
              <a:buFont typeface="Arial" panose="020B0604020202020204" pitchFamily="34" charset="0"/>
              <a:buChar char="•"/>
            </a:pPr>
            <a:r>
              <a:rPr lang="en-US" dirty="0"/>
              <a:t>Describe the scenario (source, size, main features, cite any papers that used it)</a:t>
            </a:r>
          </a:p>
          <a:p>
            <a:pPr marL="342900" indent="-342900">
              <a:buFont typeface="Arial" panose="020B0604020202020204" pitchFamily="34" charset="0"/>
              <a:buChar char="•"/>
            </a:pPr>
            <a:r>
              <a:rPr lang="en-US" dirty="0"/>
              <a:t>Determine the methods that you plan to use (preliminary insights, it might change)</a:t>
            </a:r>
          </a:p>
          <a:p>
            <a:pPr marL="342900" indent="-342900">
              <a:buFont typeface="Arial" panose="020B0604020202020204" pitchFamily="34" charset="0"/>
              <a:buChar char="•"/>
            </a:pPr>
            <a:r>
              <a:rPr lang="en-US" dirty="0"/>
              <a:t>Discuss how you will evaluate your results (benchmarks, baselines, null-models)</a:t>
            </a:r>
          </a:p>
          <a:p>
            <a:pPr marL="342900" indent="-342900">
              <a:buFont typeface="Arial" panose="020B0604020202020204" pitchFamily="34" charset="0"/>
              <a:buChar char="•"/>
            </a:pPr>
            <a:endParaRPr lang="en-US" dirty="0"/>
          </a:p>
        </p:txBody>
      </p:sp>
    </p:spTree>
    <p:extLst>
      <p:ext uri="{BB962C8B-B14F-4D97-AF65-F5344CB8AC3E}">
        <p14:creationId xmlns:p14="http://schemas.microsoft.com/office/powerpoint/2010/main" val="22472759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BC03BD4-1C4E-4008-8A73-35671A5A791C}"/>
              </a:ext>
            </a:extLst>
          </p:cNvPr>
          <p:cNvSpPr>
            <a:spLocks noGrp="1"/>
          </p:cNvSpPr>
          <p:nvPr>
            <p:ph type="body" sz="quarter" idx="13"/>
          </p:nvPr>
        </p:nvSpPr>
        <p:spPr>
          <a:xfrm>
            <a:off x="358774" y="1425727"/>
            <a:ext cx="11474451" cy="5360442"/>
          </a:xfrm>
        </p:spPr>
        <p:txBody>
          <a:bodyPr/>
          <a:lstStyle/>
          <a:p>
            <a:pPr marL="238694" lvl="1" indent="0">
              <a:buNone/>
            </a:pPr>
            <a:r>
              <a:rPr lang="en-US" sz="2000" b="1" dirty="0"/>
              <a:t>Foundations</a:t>
            </a:r>
          </a:p>
          <a:p>
            <a:pPr lvl="1"/>
            <a:r>
              <a:rPr lang="en-US" sz="2000" dirty="0"/>
              <a:t>Model-Free, Model-Based</a:t>
            </a:r>
          </a:p>
          <a:p>
            <a:pPr lvl="1"/>
            <a:r>
              <a:rPr lang="en-US" sz="2000" dirty="0"/>
              <a:t>Deep RL, Online, Offline, On-Policy, Off-Policy</a:t>
            </a:r>
          </a:p>
          <a:p>
            <a:pPr lvl="1"/>
            <a:r>
              <a:rPr lang="en-US" sz="2000" dirty="0"/>
              <a:t> Foundation models for path planning and terrain exploration</a:t>
            </a:r>
          </a:p>
          <a:p>
            <a:pPr marL="238694" lvl="1" indent="0">
              <a:buNone/>
            </a:pPr>
            <a:r>
              <a:rPr lang="en-US" sz="2000" b="1" dirty="0"/>
              <a:t>Transfer Reinforcement Learning</a:t>
            </a:r>
          </a:p>
          <a:p>
            <a:pPr lvl="1"/>
            <a:r>
              <a:rPr lang="en-US" sz="2000" dirty="0"/>
              <a:t>Meta-learning vs Transfer learning, Domain adaptation, and Multi-task learning.</a:t>
            </a:r>
          </a:p>
          <a:p>
            <a:pPr lvl="1"/>
            <a:r>
              <a:rPr lang="en-US" sz="2000" dirty="0"/>
              <a:t>Causal Reinforcement Learning</a:t>
            </a:r>
          </a:p>
          <a:p>
            <a:pPr marL="238694" lvl="1" indent="0">
              <a:buNone/>
            </a:pPr>
            <a:r>
              <a:rPr lang="en-US" sz="2000" b="1" dirty="0"/>
              <a:t>Reward Models </a:t>
            </a:r>
          </a:p>
          <a:p>
            <a:pPr lvl="1"/>
            <a:r>
              <a:rPr lang="en-US" sz="2000" dirty="0"/>
              <a:t>Intrinsic reward strategies (entropy-driven and  diversity-driven)</a:t>
            </a:r>
          </a:p>
          <a:p>
            <a:pPr lvl="1"/>
            <a:r>
              <a:rPr lang="en-US" sz="2000" dirty="0"/>
              <a:t>Reward Shaping, Policy Transfer, Representation Transfer</a:t>
            </a:r>
          </a:p>
          <a:p>
            <a:pPr marL="238694" lvl="1" indent="0">
              <a:buNone/>
            </a:pPr>
            <a:r>
              <a:rPr lang="en-US" sz="2000" b="1" dirty="0"/>
              <a:t>Interpretability Methods</a:t>
            </a:r>
          </a:p>
          <a:p>
            <a:pPr lvl="1"/>
            <a:r>
              <a:rPr lang="en-US" sz="2000" dirty="0"/>
              <a:t>Attention, Salience, Mechanistic Interpretability</a:t>
            </a:r>
          </a:p>
          <a:p>
            <a:pPr marL="238694" lvl="1" indent="0">
              <a:buNone/>
            </a:pPr>
            <a:endParaRPr lang="en-US" sz="2000" dirty="0"/>
          </a:p>
        </p:txBody>
      </p:sp>
      <p:sp>
        <p:nvSpPr>
          <p:cNvPr id="3" name="Title 2">
            <a:extLst>
              <a:ext uri="{FF2B5EF4-FFF2-40B4-BE49-F238E27FC236}">
                <a16:creationId xmlns:a16="http://schemas.microsoft.com/office/drawing/2014/main" id="{16BE2E44-BF08-4032-9764-10958E96E33F}"/>
              </a:ext>
            </a:extLst>
          </p:cNvPr>
          <p:cNvSpPr>
            <a:spLocks noGrp="1"/>
          </p:cNvSpPr>
          <p:nvPr>
            <p:ph type="title"/>
          </p:nvPr>
        </p:nvSpPr>
        <p:spPr>
          <a:xfrm>
            <a:off x="379094" y="288563"/>
            <a:ext cx="10514014" cy="656618"/>
          </a:xfrm>
        </p:spPr>
        <p:txBody>
          <a:bodyPr/>
          <a:lstStyle/>
          <a:p>
            <a:r>
              <a:rPr lang="de-DE" sz="3200" dirty="0"/>
              <a:t>L</a:t>
            </a:r>
            <a:r>
              <a:rPr lang="en-US" sz="3200" dirty="0" err="1"/>
              <a:t>ecture</a:t>
            </a:r>
            <a:r>
              <a:rPr lang="en-US" sz="3200" dirty="0"/>
              <a:t> Topics</a:t>
            </a:r>
          </a:p>
        </p:txBody>
      </p:sp>
    </p:spTree>
    <p:extLst>
      <p:ext uri="{BB962C8B-B14F-4D97-AF65-F5344CB8AC3E}">
        <p14:creationId xmlns:p14="http://schemas.microsoft.com/office/powerpoint/2010/main" val="3712825757"/>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B4F238-174A-39AF-0AFE-DC9C01BD1F23}"/>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60BDB687-9039-8265-A068-1DF531A0686A}"/>
              </a:ext>
            </a:extLst>
          </p:cNvPr>
          <p:cNvSpPr>
            <a:spLocks noGrp="1"/>
          </p:cNvSpPr>
          <p:nvPr>
            <p:ph type="body" sz="quarter" idx="13"/>
          </p:nvPr>
        </p:nvSpPr>
        <p:spPr>
          <a:xfrm>
            <a:off x="358774" y="1244974"/>
            <a:ext cx="11474451" cy="5337743"/>
          </a:xfrm>
        </p:spPr>
        <p:txBody>
          <a:bodyPr/>
          <a:lstStyle/>
          <a:p>
            <a:pPr>
              <a:defRPr sz="2200" b="1">
                <a:solidFill>
                  <a:srgbClr val="19376E"/>
                </a:solidFill>
              </a:defRPr>
            </a:pPr>
            <a:r>
              <a:rPr lang="en-US" sz="2000" b="1" dirty="0" err="1">
                <a:solidFill>
                  <a:schemeClr val="tx2"/>
                </a:solidFill>
              </a:rPr>
              <a:t>ViNT</a:t>
            </a:r>
            <a:r>
              <a:rPr lang="en-US" sz="2000" b="1" dirty="0">
                <a:solidFill>
                  <a:schemeClr val="tx2"/>
                </a:solidFill>
              </a:rPr>
              <a:t> (Visual Navigation Transformer)</a:t>
            </a:r>
          </a:p>
          <a:p>
            <a:pPr lvl="1">
              <a:defRPr sz="1800">
                <a:solidFill>
                  <a:srgbClr val="000000"/>
                </a:solidFill>
              </a:defRPr>
            </a:pPr>
            <a:r>
              <a:rPr lang="en-US" dirty="0">
                <a:solidFill>
                  <a:schemeClr val="tx2"/>
                </a:solidFill>
              </a:rPr>
              <a:t>Trained on large, diverse robot navigation datasets.</a:t>
            </a:r>
          </a:p>
          <a:p>
            <a:pPr lvl="1">
              <a:defRPr sz="1800">
                <a:solidFill>
                  <a:srgbClr val="000000"/>
                </a:solidFill>
              </a:defRPr>
            </a:pPr>
            <a:r>
              <a:rPr lang="en-US" dirty="0">
                <a:solidFill>
                  <a:schemeClr val="tx2"/>
                </a:solidFill>
              </a:rPr>
              <a:t>Takes visual goals and outputs navigation actions or subgoals.</a:t>
            </a:r>
          </a:p>
          <a:p>
            <a:pPr lvl="1">
              <a:defRPr sz="1800">
                <a:solidFill>
                  <a:srgbClr val="000000"/>
                </a:solidFill>
              </a:defRPr>
            </a:pPr>
            <a:r>
              <a:rPr lang="en-US" b="1" dirty="0">
                <a:solidFill>
                  <a:srgbClr val="B1063A"/>
                </a:solidFill>
              </a:rPr>
              <a:t>Goal-directed exploration or maze traversal</a:t>
            </a:r>
            <a:endParaRPr lang="en-US" dirty="0">
              <a:solidFill>
                <a:schemeClr val="tx2"/>
              </a:solidFill>
            </a:endParaRPr>
          </a:p>
          <a:p>
            <a:pPr>
              <a:defRPr sz="2200" b="1">
                <a:solidFill>
                  <a:srgbClr val="19376E"/>
                </a:solidFill>
              </a:defRPr>
            </a:pPr>
            <a:r>
              <a:rPr lang="en-US" sz="2200" dirty="0" err="1">
                <a:solidFill>
                  <a:schemeClr val="tx2"/>
                </a:solidFill>
              </a:rPr>
              <a:t>NavFoM</a:t>
            </a:r>
            <a:r>
              <a:rPr lang="en-US" sz="2200" dirty="0">
                <a:solidFill>
                  <a:schemeClr val="tx2"/>
                </a:solidFill>
              </a:rPr>
              <a:t> (Embodied Navigation Foundation Model)</a:t>
            </a:r>
          </a:p>
          <a:p>
            <a:pPr lvl="1">
              <a:defRPr sz="1800">
                <a:solidFill>
                  <a:srgbClr val="000000"/>
                </a:solidFill>
              </a:defRPr>
            </a:pPr>
            <a:r>
              <a:rPr lang="en-US" dirty="0">
                <a:solidFill>
                  <a:schemeClr val="tx2"/>
                </a:solidFill>
              </a:rPr>
              <a:t>Pretrained on 8M samples across wheeled, legged, and aerial robots.</a:t>
            </a:r>
          </a:p>
          <a:p>
            <a:pPr lvl="1">
              <a:defRPr sz="1800">
                <a:solidFill>
                  <a:srgbClr val="000000"/>
                </a:solidFill>
              </a:defRPr>
            </a:pPr>
            <a:r>
              <a:rPr lang="en-US" dirty="0">
                <a:solidFill>
                  <a:schemeClr val="tx2"/>
                </a:solidFill>
              </a:rPr>
              <a:t>Handles multiple tasks: vision-language navigation, search, tracking, driving.</a:t>
            </a:r>
          </a:p>
          <a:p>
            <a:pPr lvl="1">
              <a:defRPr sz="1800">
                <a:solidFill>
                  <a:srgbClr val="000000"/>
                </a:solidFill>
              </a:defRPr>
            </a:pPr>
            <a:r>
              <a:rPr lang="en-US" b="1" dirty="0">
                <a:solidFill>
                  <a:srgbClr val="B1063A"/>
                </a:solidFill>
              </a:rPr>
              <a:t>Terrain-adaptive or multi-task rover behavior</a:t>
            </a:r>
            <a:endParaRPr lang="en-US" dirty="0">
              <a:solidFill>
                <a:schemeClr val="tx2"/>
              </a:solidFill>
            </a:endParaRPr>
          </a:p>
          <a:p>
            <a:pPr>
              <a:defRPr sz="2200" b="1">
                <a:solidFill>
                  <a:srgbClr val="19376E"/>
                </a:solidFill>
              </a:defRPr>
            </a:pPr>
            <a:r>
              <a:rPr lang="en-US" sz="2200" dirty="0">
                <a:solidFill>
                  <a:schemeClr val="tx2"/>
                </a:solidFill>
              </a:rPr>
              <a:t>SARO (Space-Aware Robot System)</a:t>
            </a:r>
          </a:p>
          <a:p>
            <a:pPr lvl="1">
              <a:defRPr sz="1800">
                <a:solidFill>
                  <a:srgbClr val="000000"/>
                </a:solidFill>
              </a:defRPr>
            </a:pPr>
            <a:r>
              <a:rPr lang="en-US" dirty="0">
                <a:solidFill>
                  <a:schemeClr val="tx2"/>
                </a:solidFill>
              </a:rPr>
              <a:t>Combines vision-language reasoning with reinforcement-learned control.</a:t>
            </a:r>
          </a:p>
          <a:p>
            <a:pPr lvl="1">
              <a:defRPr sz="1800">
                <a:solidFill>
                  <a:srgbClr val="000000"/>
                </a:solidFill>
              </a:defRPr>
            </a:pPr>
            <a:r>
              <a:rPr lang="en-US" dirty="0">
                <a:solidFill>
                  <a:schemeClr val="tx2"/>
                </a:solidFill>
              </a:rPr>
              <a:t>Enables high-level task decomposition and 3D terrain navigation.</a:t>
            </a:r>
          </a:p>
          <a:p>
            <a:pPr lvl="1">
              <a:defRPr sz="1800">
                <a:solidFill>
                  <a:srgbClr val="000000"/>
                </a:solidFill>
              </a:defRPr>
            </a:pPr>
            <a:r>
              <a:rPr lang="en-US" b="1" dirty="0">
                <a:solidFill>
                  <a:srgbClr val="B1063A"/>
                </a:solidFill>
              </a:rPr>
              <a:t>For rough or uneven terrain exploration.</a:t>
            </a:r>
          </a:p>
          <a:p>
            <a:pPr lvl="1">
              <a:defRPr sz="1800">
                <a:solidFill>
                  <a:srgbClr val="000000"/>
                </a:solidFill>
              </a:defRPr>
            </a:pPr>
            <a:endParaRPr lang="en-US" dirty="0">
              <a:solidFill>
                <a:schemeClr val="tx2"/>
              </a:solidFill>
            </a:endParaRPr>
          </a:p>
        </p:txBody>
      </p:sp>
      <p:sp>
        <p:nvSpPr>
          <p:cNvPr id="3" name="Title 2">
            <a:extLst>
              <a:ext uri="{FF2B5EF4-FFF2-40B4-BE49-F238E27FC236}">
                <a16:creationId xmlns:a16="http://schemas.microsoft.com/office/drawing/2014/main" id="{A60AFDF8-2FAA-9B13-363B-705B5CDE704F}"/>
              </a:ext>
            </a:extLst>
          </p:cNvPr>
          <p:cNvSpPr>
            <a:spLocks noGrp="1"/>
          </p:cNvSpPr>
          <p:nvPr>
            <p:ph type="title"/>
          </p:nvPr>
        </p:nvSpPr>
        <p:spPr>
          <a:xfrm>
            <a:off x="379094" y="288563"/>
            <a:ext cx="11474450" cy="656618"/>
          </a:xfrm>
        </p:spPr>
        <p:txBody>
          <a:bodyPr/>
          <a:lstStyle/>
          <a:p>
            <a:r>
              <a:rPr lang="en-US" sz="3200" dirty="0"/>
              <a:t>Foundation Models for Robotic Navigation and Rovers</a:t>
            </a:r>
          </a:p>
        </p:txBody>
      </p:sp>
    </p:spTree>
    <p:extLst>
      <p:ext uri="{BB962C8B-B14F-4D97-AF65-F5344CB8AC3E}">
        <p14:creationId xmlns:p14="http://schemas.microsoft.com/office/powerpoint/2010/main" val="3814093335"/>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3197BF-5551-462B-8D32-CDD8A7D138AE}"/>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CC486B5E-DE72-0020-E99E-B017EC70869D}"/>
              </a:ext>
            </a:extLst>
          </p:cNvPr>
          <p:cNvSpPr>
            <a:spLocks noGrp="1"/>
          </p:cNvSpPr>
          <p:nvPr>
            <p:ph type="body" sz="quarter" idx="13"/>
          </p:nvPr>
        </p:nvSpPr>
        <p:spPr>
          <a:xfrm>
            <a:off x="358774" y="1425727"/>
            <a:ext cx="11474451" cy="4090863"/>
          </a:xfrm>
        </p:spPr>
        <p:txBody>
          <a:bodyPr/>
          <a:lstStyle/>
          <a:p>
            <a:pPr>
              <a:defRPr sz="2200" b="1">
                <a:solidFill>
                  <a:srgbClr val="19376E"/>
                </a:solidFill>
              </a:defRPr>
            </a:pPr>
            <a:r>
              <a:rPr lang="en-US" sz="2200" dirty="0">
                <a:solidFill>
                  <a:schemeClr val="tx2"/>
                </a:solidFill>
              </a:rPr>
              <a:t>Words to Wheels</a:t>
            </a:r>
          </a:p>
          <a:p>
            <a:pPr lvl="1">
              <a:defRPr sz="1800">
                <a:solidFill>
                  <a:srgbClr val="000000"/>
                </a:solidFill>
              </a:defRPr>
            </a:pPr>
            <a:r>
              <a:rPr lang="en-US" dirty="0">
                <a:solidFill>
                  <a:schemeClr val="tx2"/>
                </a:solidFill>
              </a:rPr>
              <a:t>Converts natural-language commands into navigation plans.</a:t>
            </a:r>
          </a:p>
          <a:p>
            <a:pPr lvl="1">
              <a:defRPr sz="1800">
                <a:solidFill>
                  <a:srgbClr val="000000"/>
                </a:solidFill>
              </a:defRPr>
            </a:pPr>
            <a:r>
              <a:rPr lang="en-US" dirty="0">
                <a:solidFill>
                  <a:schemeClr val="tx2"/>
                </a:solidFill>
              </a:rPr>
              <a:t>Uses foundation models for terrain semantics and action generation.</a:t>
            </a:r>
          </a:p>
          <a:p>
            <a:pPr lvl="1">
              <a:defRPr sz="1800">
                <a:solidFill>
                  <a:srgbClr val="000000"/>
                </a:solidFill>
              </a:defRPr>
            </a:pPr>
            <a:r>
              <a:rPr lang="en-US" b="1" dirty="0">
                <a:solidFill>
                  <a:srgbClr val="B1063A"/>
                </a:solidFill>
              </a:rPr>
              <a:t>Human-in-the-loop rover control (“Go to that rock”).</a:t>
            </a:r>
          </a:p>
          <a:p>
            <a:pPr lvl="1">
              <a:defRPr sz="1800">
                <a:solidFill>
                  <a:srgbClr val="000000"/>
                </a:solidFill>
              </a:defRPr>
            </a:pPr>
            <a:endParaRPr lang="en-US" dirty="0">
              <a:solidFill>
                <a:schemeClr val="tx2"/>
              </a:solidFill>
            </a:endParaRPr>
          </a:p>
          <a:p>
            <a:pPr>
              <a:defRPr sz="2200" b="1">
                <a:solidFill>
                  <a:srgbClr val="19376E"/>
                </a:solidFill>
              </a:defRPr>
            </a:pPr>
            <a:r>
              <a:rPr lang="en-US" sz="2200" dirty="0">
                <a:solidFill>
                  <a:schemeClr val="tx2"/>
                </a:solidFill>
              </a:rPr>
              <a:t>Naver Labs Foundation Model for Robot Navigation</a:t>
            </a:r>
          </a:p>
          <a:p>
            <a:pPr lvl="1">
              <a:defRPr sz="1800">
                <a:solidFill>
                  <a:srgbClr val="000000"/>
                </a:solidFill>
              </a:defRPr>
            </a:pPr>
            <a:r>
              <a:rPr lang="en-US" dirty="0">
                <a:solidFill>
                  <a:schemeClr val="tx2"/>
                </a:solidFill>
              </a:rPr>
              <a:t>Trained on heterogeneous data for out-of-the-box generalization.</a:t>
            </a:r>
          </a:p>
          <a:p>
            <a:pPr lvl="1">
              <a:defRPr sz="1800">
                <a:solidFill>
                  <a:srgbClr val="000000"/>
                </a:solidFill>
              </a:defRPr>
            </a:pPr>
            <a:r>
              <a:rPr lang="en-US" dirty="0">
                <a:solidFill>
                  <a:schemeClr val="tx2"/>
                </a:solidFill>
              </a:rPr>
              <a:t>Uses </a:t>
            </a:r>
            <a:r>
              <a:rPr lang="en-US" dirty="0" err="1">
                <a:solidFill>
                  <a:schemeClr val="tx2"/>
                </a:solidFill>
              </a:rPr>
              <a:t>CroCo</a:t>
            </a:r>
            <a:r>
              <a:rPr lang="en-US" dirty="0">
                <a:solidFill>
                  <a:schemeClr val="tx2"/>
                </a:solidFill>
              </a:rPr>
              <a:t> — a geometric foundation model for pose and correspondence.</a:t>
            </a:r>
          </a:p>
          <a:p>
            <a:pPr lvl="1">
              <a:defRPr sz="1800">
                <a:solidFill>
                  <a:srgbClr val="000000"/>
                </a:solidFill>
              </a:defRPr>
            </a:pPr>
            <a:r>
              <a:rPr lang="en-US" b="1" dirty="0">
                <a:solidFill>
                  <a:srgbClr val="B1063A"/>
                </a:solidFill>
              </a:rPr>
              <a:t>Perception and mapping capabilities for unknown environments</a:t>
            </a:r>
          </a:p>
          <a:p>
            <a:pPr marL="238694" lvl="1" indent="0">
              <a:buNone/>
            </a:pPr>
            <a:endParaRPr lang="en-US" sz="2000" b="1" dirty="0"/>
          </a:p>
        </p:txBody>
      </p:sp>
      <p:sp>
        <p:nvSpPr>
          <p:cNvPr id="3" name="Title 2">
            <a:extLst>
              <a:ext uri="{FF2B5EF4-FFF2-40B4-BE49-F238E27FC236}">
                <a16:creationId xmlns:a16="http://schemas.microsoft.com/office/drawing/2014/main" id="{636C5220-A753-781E-8564-0CF993E4528F}"/>
              </a:ext>
            </a:extLst>
          </p:cNvPr>
          <p:cNvSpPr>
            <a:spLocks noGrp="1"/>
          </p:cNvSpPr>
          <p:nvPr>
            <p:ph type="title"/>
          </p:nvPr>
        </p:nvSpPr>
        <p:spPr>
          <a:xfrm>
            <a:off x="379094" y="288563"/>
            <a:ext cx="11474450" cy="656618"/>
          </a:xfrm>
        </p:spPr>
        <p:txBody>
          <a:bodyPr/>
          <a:lstStyle/>
          <a:p>
            <a:r>
              <a:rPr lang="en-US" sz="3200" dirty="0"/>
              <a:t>Foundation Models for Robotic Navigation and Rovers</a:t>
            </a:r>
          </a:p>
        </p:txBody>
      </p:sp>
    </p:spTree>
    <p:extLst>
      <p:ext uri="{BB962C8B-B14F-4D97-AF65-F5344CB8AC3E}">
        <p14:creationId xmlns:p14="http://schemas.microsoft.com/office/powerpoint/2010/main" val="2343769729"/>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7AD5102A-98CC-4800-88E1-280717821301}"/>
              </a:ext>
            </a:extLst>
          </p:cNvPr>
          <p:cNvSpPr>
            <a:spLocks noGrp="1"/>
          </p:cNvSpPr>
          <p:nvPr>
            <p:ph type="body" sz="quarter" idx="16"/>
          </p:nvPr>
        </p:nvSpPr>
        <p:spPr/>
        <p:txBody>
          <a:bodyPr/>
          <a:lstStyle/>
          <a:p>
            <a:r>
              <a:rPr lang="de-DE" dirty="0"/>
              <a:t>Project </a:t>
            </a:r>
            <a:r>
              <a:rPr lang="de-DE" dirty="0" err="1"/>
              <a:t>Overview</a:t>
            </a:r>
            <a:endParaRPr lang="en-US" dirty="0"/>
          </a:p>
        </p:txBody>
      </p:sp>
      <p:sp>
        <p:nvSpPr>
          <p:cNvPr id="4" name="Picture Placeholder 3">
            <a:extLst>
              <a:ext uri="{FF2B5EF4-FFF2-40B4-BE49-F238E27FC236}">
                <a16:creationId xmlns:a16="http://schemas.microsoft.com/office/drawing/2014/main" id="{06A213BC-52FD-49CA-BA7E-43BFE5244276}"/>
              </a:ext>
            </a:extLst>
          </p:cNvPr>
          <p:cNvSpPr>
            <a:spLocks noGrp="1"/>
          </p:cNvSpPr>
          <p:nvPr>
            <p:ph type="pic" sz="quarter" idx="15"/>
          </p:nvPr>
        </p:nvSpPr>
        <p:spPr/>
        <p:txBody>
          <a:bodyPr/>
          <a:lstStyle/>
          <a:p>
            <a:endParaRPr lang="en-US"/>
          </a:p>
        </p:txBody>
      </p:sp>
      <p:pic>
        <p:nvPicPr>
          <p:cNvPr id="6" name="Picture 5">
            <a:extLst>
              <a:ext uri="{FF2B5EF4-FFF2-40B4-BE49-F238E27FC236}">
                <a16:creationId xmlns:a16="http://schemas.microsoft.com/office/drawing/2014/main" id="{23228FE6-C4A4-4E00-8D19-31153CC096F4}"/>
              </a:ext>
            </a:extLst>
          </p:cNvPr>
          <p:cNvPicPr>
            <a:picLocks noChangeAspect="1"/>
          </p:cNvPicPr>
          <p:nvPr/>
        </p:nvPicPr>
        <p:blipFill>
          <a:blip r:embed="rId2"/>
          <a:stretch>
            <a:fillRect/>
          </a:stretch>
        </p:blipFill>
        <p:spPr>
          <a:xfrm>
            <a:off x="6968104" y="1171856"/>
            <a:ext cx="4743836" cy="4751917"/>
          </a:xfrm>
          <a:prstGeom prst="rect">
            <a:avLst/>
          </a:prstGeom>
        </p:spPr>
      </p:pic>
    </p:spTree>
    <p:extLst>
      <p:ext uri="{BB962C8B-B14F-4D97-AF65-F5344CB8AC3E}">
        <p14:creationId xmlns:p14="http://schemas.microsoft.com/office/powerpoint/2010/main" val="3742161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00E74ABB-B243-4682-8618-B4ACFA356730}"/>
              </a:ext>
            </a:extLst>
          </p:cNvPr>
          <p:cNvSpPr>
            <a:spLocks noGrp="1"/>
          </p:cNvSpPr>
          <p:nvPr>
            <p:ph type="body" sz="quarter" idx="10"/>
          </p:nvPr>
        </p:nvSpPr>
        <p:spPr>
          <a:xfrm>
            <a:off x="933841" y="1621669"/>
            <a:ext cx="6152760" cy="4751917"/>
          </a:xfrm>
        </p:spPr>
        <p:txBody>
          <a:bodyPr/>
          <a:lstStyle/>
          <a:p>
            <a:pPr marL="0" indent="0">
              <a:buNone/>
            </a:pPr>
            <a:r>
              <a:rPr lang="en-US" sz="2000" kern="1200" dirty="0">
                <a:solidFill>
                  <a:schemeClr val="accent1">
                    <a:lumMod val="75000"/>
                  </a:schemeClr>
                </a:solidFill>
                <a:latin typeface="+mj-lt"/>
              </a:rPr>
              <a:t>Goal</a:t>
            </a:r>
            <a:r>
              <a:rPr lang="en-US" sz="2000" b="0" dirty="0">
                <a:solidFill>
                  <a:srgbClr val="000000"/>
                </a:solidFill>
                <a:latin typeface="+mj-lt"/>
              </a:rPr>
              <a:t>: Robots look for tools while minimizing search time and collisions with obstacles.</a:t>
            </a:r>
          </a:p>
          <a:p>
            <a:pPr marL="0" indent="0">
              <a:buNone/>
            </a:pPr>
            <a:endParaRPr lang="en-US" sz="2000" kern="1200" dirty="0">
              <a:solidFill>
                <a:schemeClr val="accent1">
                  <a:lumMod val="75000"/>
                </a:schemeClr>
              </a:solidFill>
              <a:latin typeface="+mj-lt"/>
            </a:endParaRPr>
          </a:p>
          <a:p>
            <a:pPr marL="0" indent="0">
              <a:buNone/>
            </a:pPr>
            <a:r>
              <a:rPr lang="en-US" sz="2000" kern="1200" dirty="0">
                <a:solidFill>
                  <a:schemeClr val="accent1">
                    <a:lumMod val="75000"/>
                  </a:schemeClr>
                </a:solidFill>
                <a:latin typeface="+mj-lt"/>
              </a:rPr>
              <a:t>Challenges – Elusive Obstacles:</a:t>
            </a:r>
          </a:p>
          <a:p>
            <a:pPr marL="342900" indent="-342900">
              <a:buFont typeface="Arial" panose="020B0604020202020204" pitchFamily="34" charset="0"/>
              <a:buChar char="•"/>
            </a:pPr>
            <a:r>
              <a:rPr lang="en-US" sz="2000" b="0" dirty="0">
                <a:solidFill>
                  <a:srgbClr val="000000"/>
                </a:solidFill>
                <a:latin typeface="+mj-lt"/>
              </a:rPr>
              <a:t>partially block view and access</a:t>
            </a:r>
          </a:p>
          <a:p>
            <a:pPr marL="342900" indent="-342900">
              <a:buFont typeface="Arial" panose="020B0604020202020204" pitchFamily="34" charset="0"/>
              <a:buChar char="•"/>
            </a:pPr>
            <a:r>
              <a:rPr lang="en-US" sz="2000" b="0" dirty="0">
                <a:solidFill>
                  <a:srgbClr val="000000"/>
                </a:solidFill>
                <a:latin typeface="+mj-lt"/>
              </a:rPr>
              <a:t>shift positions (after collisions)</a:t>
            </a:r>
          </a:p>
          <a:p>
            <a:pPr marL="0" indent="0">
              <a:buNone/>
            </a:pPr>
            <a:endParaRPr lang="en-US" sz="2000" kern="1200" dirty="0">
              <a:solidFill>
                <a:schemeClr val="accent1">
                  <a:lumMod val="75000"/>
                </a:schemeClr>
              </a:solidFill>
              <a:latin typeface="+mj-lt"/>
            </a:endParaRPr>
          </a:p>
          <a:p>
            <a:pPr marL="0" indent="0">
              <a:buNone/>
            </a:pPr>
            <a:r>
              <a:rPr lang="en-US" sz="2000" dirty="0">
                <a:solidFill>
                  <a:schemeClr val="accent1">
                    <a:lumMod val="75000"/>
                  </a:schemeClr>
                </a:solidFill>
                <a:latin typeface="+mj-lt"/>
              </a:rPr>
              <a:t>Desiderata</a:t>
            </a:r>
            <a:r>
              <a:rPr lang="en-US" sz="2000" kern="1200" dirty="0">
                <a:solidFill>
                  <a:schemeClr val="accent1">
                    <a:lumMod val="75000"/>
                  </a:schemeClr>
                </a:solidFill>
                <a:latin typeface="+mj-lt"/>
              </a:rPr>
              <a:t>:</a:t>
            </a:r>
          </a:p>
          <a:p>
            <a:pPr marL="342900" indent="-342900">
              <a:buFont typeface="Arial" panose="020B0604020202020204" pitchFamily="34" charset="0"/>
              <a:buChar char="•"/>
            </a:pPr>
            <a:r>
              <a:rPr lang="en-US" sz="2000" b="0" dirty="0">
                <a:solidFill>
                  <a:srgbClr val="000000"/>
                </a:solidFill>
                <a:latin typeface="+mj-lt"/>
              </a:rPr>
              <a:t>Knowledge-sharing about </a:t>
            </a:r>
            <a:r>
              <a:rPr lang="en-US" sz="2000" dirty="0">
                <a:solidFill>
                  <a:srgbClr val="000000"/>
                </a:solidFill>
                <a:latin typeface="+mj-lt"/>
              </a:rPr>
              <a:t>obstacles</a:t>
            </a:r>
            <a:endParaRPr lang="en-US" sz="2000" b="0" dirty="0">
              <a:solidFill>
                <a:srgbClr val="000000"/>
              </a:solidFill>
              <a:latin typeface="+mj-lt"/>
            </a:endParaRPr>
          </a:p>
          <a:p>
            <a:pPr marL="342900" indent="-342900">
              <a:buFont typeface="Arial" panose="020B0604020202020204" pitchFamily="34" charset="0"/>
              <a:buChar char="•"/>
            </a:pPr>
            <a:r>
              <a:rPr lang="en-US" sz="2000" dirty="0">
                <a:solidFill>
                  <a:srgbClr val="000000"/>
                </a:solidFill>
                <a:latin typeface="+mj-lt"/>
              </a:rPr>
              <a:t>Representation-sharing about environment topology</a:t>
            </a:r>
            <a:endParaRPr lang="en-US" sz="2000" b="0" dirty="0">
              <a:solidFill>
                <a:srgbClr val="000000"/>
              </a:solidFill>
              <a:latin typeface="+mj-lt"/>
            </a:endParaRPr>
          </a:p>
          <a:p>
            <a:pPr marL="457200" indent="-457200">
              <a:buFont typeface="+mj-lt"/>
              <a:buAutoNum type="arabicPeriod"/>
            </a:pPr>
            <a:endParaRPr lang="en-US" dirty="0"/>
          </a:p>
        </p:txBody>
      </p:sp>
      <p:sp>
        <p:nvSpPr>
          <p:cNvPr id="2" name="Title 1">
            <a:extLst>
              <a:ext uri="{FF2B5EF4-FFF2-40B4-BE49-F238E27FC236}">
                <a16:creationId xmlns:a16="http://schemas.microsoft.com/office/drawing/2014/main" id="{489C1F7D-B1C9-43C6-82C1-8E9CD49D55CF}"/>
              </a:ext>
            </a:extLst>
          </p:cNvPr>
          <p:cNvSpPr>
            <a:spLocks noGrp="1"/>
          </p:cNvSpPr>
          <p:nvPr>
            <p:ph type="title"/>
          </p:nvPr>
        </p:nvSpPr>
        <p:spPr>
          <a:xfrm>
            <a:off x="1019174" y="484414"/>
            <a:ext cx="10514014" cy="912307"/>
          </a:xfrm>
        </p:spPr>
        <p:txBody>
          <a:bodyPr/>
          <a:lstStyle/>
          <a:p>
            <a:r>
              <a:rPr lang="en-US" sz="3600" b="1" dirty="0"/>
              <a:t>Goal &amp; Challenges</a:t>
            </a:r>
          </a:p>
        </p:txBody>
      </p:sp>
      <p:sp>
        <p:nvSpPr>
          <p:cNvPr id="4" name="Slide Number Placeholder 3">
            <a:extLst>
              <a:ext uri="{FF2B5EF4-FFF2-40B4-BE49-F238E27FC236}">
                <a16:creationId xmlns:a16="http://schemas.microsoft.com/office/drawing/2014/main" id="{9CD9CBE9-3802-4F69-8F57-4E55097392BA}"/>
              </a:ext>
            </a:extLst>
          </p:cNvPr>
          <p:cNvSpPr>
            <a:spLocks noGrp="1"/>
          </p:cNvSpPr>
          <p:nvPr>
            <p:ph type="sldNum" sz="quarter" idx="13"/>
          </p:nvPr>
        </p:nvSpPr>
        <p:spPr/>
        <p:txBody>
          <a:bodyPr/>
          <a:lstStyle/>
          <a:p>
            <a:fld id="{B1A20FC8-41B9-4055-A397-5AB32DE79FCA}" type="slidenum">
              <a:rPr lang="de-DE" smtClean="0"/>
              <a:pPr/>
              <a:t>10</a:t>
            </a:fld>
            <a:endParaRPr lang="de-DE" dirty="0"/>
          </a:p>
        </p:txBody>
      </p:sp>
      <p:sp>
        <p:nvSpPr>
          <p:cNvPr id="3" name="Footer Placeholder 2">
            <a:extLst>
              <a:ext uri="{FF2B5EF4-FFF2-40B4-BE49-F238E27FC236}">
                <a16:creationId xmlns:a16="http://schemas.microsoft.com/office/drawing/2014/main" id="{561F70FA-F2E5-BAF5-C759-5C717DE4331C}"/>
              </a:ext>
            </a:extLst>
          </p:cNvPr>
          <p:cNvSpPr>
            <a:spLocks noGrp="1"/>
          </p:cNvSpPr>
          <p:nvPr>
            <p:ph type="ftr" sz="quarter" idx="12"/>
          </p:nvPr>
        </p:nvSpPr>
        <p:spPr/>
        <p:txBody>
          <a:bodyPr/>
          <a:lstStyle/>
          <a:p>
            <a:pPr algn="ctr"/>
            <a:r>
              <a:rPr lang="de-DE" dirty="0"/>
              <a:t>System Analysis &amp; Modeling</a:t>
            </a:r>
          </a:p>
        </p:txBody>
      </p:sp>
      <p:pic>
        <p:nvPicPr>
          <p:cNvPr id="8" name="Picture 7">
            <a:extLst>
              <a:ext uri="{FF2B5EF4-FFF2-40B4-BE49-F238E27FC236}">
                <a16:creationId xmlns:a16="http://schemas.microsoft.com/office/drawing/2014/main" id="{834EBC70-FEB1-485B-8D84-7A5323611F88}"/>
              </a:ext>
            </a:extLst>
          </p:cNvPr>
          <p:cNvPicPr>
            <a:picLocks noChangeAspect="1"/>
          </p:cNvPicPr>
          <p:nvPr/>
        </p:nvPicPr>
        <p:blipFill>
          <a:blip r:embed="rId2"/>
          <a:stretch>
            <a:fillRect/>
          </a:stretch>
        </p:blipFill>
        <p:spPr>
          <a:xfrm>
            <a:off x="7448164" y="1106263"/>
            <a:ext cx="4743836" cy="4751917"/>
          </a:xfrm>
          <a:prstGeom prst="rect">
            <a:avLst/>
          </a:prstGeom>
        </p:spPr>
      </p:pic>
    </p:spTree>
    <p:extLst>
      <p:ext uri="{BB962C8B-B14F-4D97-AF65-F5344CB8AC3E}">
        <p14:creationId xmlns:p14="http://schemas.microsoft.com/office/powerpoint/2010/main" val="2849694627"/>
      </p:ext>
    </p:extLst>
  </p:cSld>
  <p:clrMapOvr>
    <a:masterClrMapping/>
  </p:clrMapOvr>
  <p:transition spd="slow" advTm="14953">
    <p:wipe dir="u"/>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32E2ECA2-EC6D-4174-8BDD-4C1832A5DDD8}"/>
              </a:ext>
            </a:extLst>
          </p:cNvPr>
          <p:cNvSpPr>
            <a:spLocks noGrp="1"/>
          </p:cNvSpPr>
          <p:nvPr>
            <p:ph type="body" sz="quarter" idx="10"/>
          </p:nvPr>
        </p:nvSpPr>
        <p:spPr>
          <a:xfrm>
            <a:off x="1019174" y="2051844"/>
            <a:ext cx="5753415" cy="3701273"/>
          </a:xfrm>
        </p:spPr>
        <p:txBody>
          <a:bodyPr/>
          <a:lstStyle/>
          <a:p>
            <a:pPr marL="0" indent="0">
              <a:lnSpc>
                <a:spcPct val="150000"/>
              </a:lnSpc>
              <a:buNone/>
            </a:pPr>
            <a:r>
              <a:rPr lang="de-DE" sz="2400" b="1" dirty="0"/>
              <a:t>Models of Attention and Saliency</a:t>
            </a:r>
            <a:endParaRPr lang="en-US" sz="2000" dirty="0">
              <a:solidFill>
                <a:schemeClr val="accent1">
                  <a:lumMod val="75000"/>
                </a:schemeClr>
              </a:solidFill>
              <a:latin typeface="+mj-lt"/>
            </a:endParaRPr>
          </a:p>
          <a:p>
            <a:pPr>
              <a:lnSpc>
                <a:spcPct val="150000"/>
              </a:lnSpc>
            </a:pPr>
            <a:r>
              <a:rPr lang="en-US" sz="2000" dirty="0">
                <a:solidFill>
                  <a:schemeClr val="accent1">
                    <a:lumMod val="75000"/>
                  </a:schemeClr>
                </a:solidFill>
                <a:latin typeface="+mj-lt"/>
              </a:rPr>
              <a:t>Study R</a:t>
            </a:r>
            <a:r>
              <a:rPr lang="en-US" sz="2000" kern="1200" dirty="0">
                <a:solidFill>
                  <a:schemeClr val="accent1">
                    <a:lumMod val="75000"/>
                  </a:schemeClr>
                </a:solidFill>
                <a:latin typeface="+mj-lt"/>
              </a:rPr>
              <a:t>epresentation Models</a:t>
            </a:r>
          </a:p>
          <a:p>
            <a:pPr>
              <a:lnSpc>
                <a:spcPct val="150000"/>
              </a:lnSpc>
            </a:pPr>
            <a:r>
              <a:rPr lang="en-US" sz="2000" dirty="0">
                <a:solidFill>
                  <a:schemeClr val="accent1">
                    <a:lumMod val="75000"/>
                  </a:schemeClr>
                </a:solidFill>
                <a:latin typeface="+mj-lt"/>
              </a:rPr>
              <a:t>Evaluate Task Sensitivity to Model Precision</a:t>
            </a:r>
          </a:p>
          <a:p>
            <a:pPr>
              <a:lnSpc>
                <a:spcPct val="150000"/>
              </a:lnSpc>
            </a:pPr>
            <a:r>
              <a:rPr lang="en-US" sz="2000" dirty="0">
                <a:solidFill>
                  <a:schemeClr val="accent1">
                    <a:lumMod val="75000"/>
                  </a:schemeClr>
                </a:solidFill>
                <a:latin typeface="+mj-lt"/>
                <a:ea typeface="Verdana" panose="020B0604030504040204" pitchFamily="34" charset="0"/>
              </a:rPr>
              <a:t>Evaluate Task Robustness to Model Degradation</a:t>
            </a:r>
            <a:endParaRPr lang="en-US" dirty="0"/>
          </a:p>
        </p:txBody>
      </p:sp>
      <p:sp>
        <p:nvSpPr>
          <p:cNvPr id="3" name="Title 2">
            <a:extLst>
              <a:ext uri="{FF2B5EF4-FFF2-40B4-BE49-F238E27FC236}">
                <a16:creationId xmlns:a16="http://schemas.microsoft.com/office/drawing/2014/main" id="{DCAED809-07E6-4920-B9EF-CB9B283B27F7}"/>
              </a:ext>
            </a:extLst>
          </p:cNvPr>
          <p:cNvSpPr>
            <a:spLocks noGrp="1"/>
          </p:cNvSpPr>
          <p:nvPr>
            <p:ph type="title"/>
          </p:nvPr>
        </p:nvSpPr>
        <p:spPr>
          <a:xfrm>
            <a:off x="1019174" y="484414"/>
            <a:ext cx="10514014" cy="1140423"/>
          </a:xfrm>
        </p:spPr>
        <p:txBody>
          <a:bodyPr/>
          <a:lstStyle/>
          <a:p>
            <a:r>
              <a:rPr lang="de-DE" sz="3600" b="1" dirty="0"/>
              <a:t>Research Questions &amp; General Approach</a:t>
            </a:r>
            <a:br>
              <a:rPr lang="de-DE" sz="3600" b="1" dirty="0"/>
            </a:br>
            <a:endParaRPr lang="en-US" sz="3600" b="1" dirty="0"/>
          </a:p>
        </p:txBody>
      </p:sp>
      <p:sp>
        <p:nvSpPr>
          <p:cNvPr id="4" name="Footer Placeholder 3">
            <a:extLst>
              <a:ext uri="{FF2B5EF4-FFF2-40B4-BE49-F238E27FC236}">
                <a16:creationId xmlns:a16="http://schemas.microsoft.com/office/drawing/2014/main" id="{57678A83-A3E6-42FE-AD11-8E0C94ACAA00}"/>
              </a:ext>
            </a:extLst>
          </p:cNvPr>
          <p:cNvSpPr>
            <a:spLocks noGrp="1"/>
          </p:cNvSpPr>
          <p:nvPr>
            <p:ph type="ftr" sz="quarter" idx="12"/>
          </p:nvPr>
        </p:nvSpPr>
        <p:spPr/>
        <p:txBody>
          <a:bodyPr/>
          <a:lstStyle/>
          <a:p>
            <a:pPr algn="ctr"/>
            <a:r>
              <a:rPr lang="de-DE" dirty="0"/>
              <a:t>System Analysis &amp; Modeling</a:t>
            </a:r>
          </a:p>
        </p:txBody>
      </p:sp>
      <p:sp>
        <p:nvSpPr>
          <p:cNvPr id="5" name="Slide Number Placeholder 4">
            <a:extLst>
              <a:ext uri="{FF2B5EF4-FFF2-40B4-BE49-F238E27FC236}">
                <a16:creationId xmlns:a16="http://schemas.microsoft.com/office/drawing/2014/main" id="{C47A8093-BCCC-4A9F-9DDC-6C9A01EB6D02}"/>
              </a:ext>
            </a:extLst>
          </p:cNvPr>
          <p:cNvSpPr>
            <a:spLocks noGrp="1"/>
          </p:cNvSpPr>
          <p:nvPr>
            <p:ph type="sldNum" sz="quarter" idx="13"/>
          </p:nvPr>
        </p:nvSpPr>
        <p:spPr/>
        <p:txBody>
          <a:bodyPr/>
          <a:lstStyle/>
          <a:p>
            <a:fld id="{14F7D815-9E99-4AD7-8773-AE58ED071C81}" type="slidenum">
              <a:rPr lang="de-DE" smtClean="0"/>
              <a:t>11</a:t>
            </a:fld>
            <a:endParaRPr lang="de-DE"/>
          </a:p>
        </p:txBody>
      </p:sp>
      <p:sp>
        <p:nvSpPr>
          <p:cNvPr id="7" name="Text Placeholder 1">
            <a:extLst>
              <a:ext uri="{FF2B5EF4-FFF2-40B4-BE49-F238E27FC236}">
                <a16:creationId xmlns:a16="http://schemas.microsoft.com/office/drawing/2014/main" id="{EA5F0781-67AD-466B-92E3-6F6B88AC7D03}"/>
              </a:ext>
            </a:extLst>
          </p:cNvPr>
          <p:cNvSpPr txBox="1">
            <a:spLocks/>
          </p:cNvSpPr>
          <p:nvPr/>
        </p:nvSpPr>
        <p:spPr bwMode="gray">
          <a:xfrm>
            <a:off x="5661511" y="2168210"/>
            <a:ext cx="6877052" cy="2291578"/>
          </a:xfrm>
          <a:prstGeom prst="rect">
            <a:avLst/>
          </a:prstGeom>
          <a:noFill/>
        </p:spPr>
        <p:txBody>
          <a:bodyPr vert="horz" lIns="0" tIns="72000" rIns="0" bIns="0" rtlCol="0">
            <a:noAutofit/>
          </a:bodyPr>
          <a:lstStyle>
            <a:lvl1pPr marL="478355" indent="-478355" algn="l" defTabSz="914400" rtl="0" eaLnBrk="1" latinLnBrk="0" hangingPunct="1">
              <a:lnSpc>
                <a:spcPts val="2200"/>
              </a:lnSpc>
              <a:spcBef>
                <a:spcPts val="400"/>
              </a:spcBef>
              <a:spcAft>
                <a:spcPts val="400"/>
              </a:spcAft>
              <a:buClr>
                <a:schemeClr val="accent1"/>
              </a:buClr>
              <a:buSzPct val="100000"/>
              <a:buFont typeface="+mj-lt"/>
              <a:buAutoNum type="arabicPeriod"/>
              <a:defRPr sz="1867" kern="1200">
                <a:solidFill>
                  <a:schemeClr val="tx1"/>
                </a:solidFill>
                <a:latin typeface="+mn-lt"/>
                <a:ea typeface="+mn-ea"/>
                <a:cs typeface="+mn-cs"/>
              </a:defRPr>
            </a:lvl1pPr>
            <a:lvl2pPr marL="839979" indent="-359991" algn="l" defTabSz="914400" rtl="0" eaLnBrk="1" latinLnBrk="0" hangingPunct="1">
              <a:lnSpc>
                <a:spcPts val="2200"/>
              </a:lnSpc>
              <a:spcBef>
                <a:spcPts val="400"/>
              </a:spcBef>
              <a:spcAft>
                <a:spcPts val="400"/>
              </a:spcAft>
              <a:buClr>
                <a:schemeClr val="accent1"/>
              </a:buClr>
              <a:buSzPct val="100000"/>
              <a:buFont typeface="Arial" panose="020B0604020202020204" pitchFamily="34" charset="0"/>
              <a:buChar char="■"/>
              <a:defRPr sz="1867" kern="1200">
                <a:solidFill>
                  <a:schemeClr val="tx1"/>
                </a:solidFill>
                <a:latin typeface="+mn-lt"/>
                <a:ea typeface="+mn-ea"/>
                <a:cs typeface="+mn-cs"/>
              </a:defRPr>
            </a:lvl2pPr>
            <a:lvl3pPr marL="839979" indent="-359991" algn="l" defTabSz="914400" rtl="0" eaLnBrk="1" latinLnBrk="0" hangingPunct="1">
              <a:lnSpc>
                <a:spcPts val="2200"/>
              </a:lnSpc>
              <a:spcBef>
                <a:spcPts val="400"/>
              </a:spcBef>
              <a:spcAft>
                <a:spcPts val="400"/>
              </a:spcAft>
              <a:buClr>
                <a:schemeClr val="accent1"/>
              </a:buClr>
              <a:buSzPct val="100000"/>
              <a:buFont typeface="Arial" panose="020B0604020202020204" pitchFamily="34" charset="0"/>
              <a:buChar char="■"/>
              <a:defRPr sz="1867" kern="1200">
                <a:solidFill>
                  <a:schemeClr val="tx1"/>
                </a:solidFill>
                <a:latin typeface="+mn-lt"/>
                <a:ea typeface="+mn-ea"/>
                <a:cs typeface="+mn-cs"/>
              </a:defRPr>
            </a:lvl3pPr>
            <a:lvl4pPr marL="839979" indent="-359991" algn="l" defTabSz="914400" rtl="0" eaLnBrk="1" latinLnBrk="0" hangingPunct="1">
              <a:lnSpc>
                <a:spcPts val="2200"/>
              </a:lnSpc>
              <a:spcBef>
                <a:spcPts val="400"/>
              </a:spcBef>
              <a:spcAft>
                <a:spcPts val="400"/>
              </a:spcAft>
              <a:buClr>
                <a:schemeClr val="accent1"/>
              </a:buClr>
              <a:buSzPct val="100000"/>
              <a:buFont typeface="Arial" panose="020B0604020202020204" pitchFamily="34" charset="0"/>
              <a:buChar char="■"/>
              <a:defRPr sz="1867" kern="1200">
                <a:solidFill>
                  <a:schemeClr val="tx1"/>
                </a:solidFill>
                <a:latin typeface="+mn-lt"/>
                <a:ea typeface="+mn-ea"/>
                <a:cs typeface="+mn-cs"/>
              </a:defRPr>
            </a:lvl4pPr>
            <a:lvl5pPr marL="839979" indent="-359991" algn="l" defTabSz="914400" rtl="0" eaLnBrk="1" latinLnBrk="0" hangingPunct="1">
              <a:lnSpc>
                <a:spcPts val="2200"/>
              </a:lnSpc>
              <a:spcBef>
                <a:spcPts val="400"/>
              </a:spcBef>
              <a:spcAft>
                <a:spcPts val="400"/>
              </a:spcAft>
              <a:buClr>
                <a:schemeClr val="accent1"/>
              </a:buClr>
              <a:buSzPct val="100000"/>
              <a:buFont typeface="Arial" panose="020B0604020202020204" pitchFamily="34" charset="0"/>
              <a:buChar char="■"/>
              <a:defRPr sz="1867" kern="1200">
                <a:solidFill>
                  <a:schemeClr val="tx1"/>
                </a:solidFill>
                <a:latin typeface="+mn-lt"/>
                <a:ea typeface="+mn-ea"/>
                <a:cs typeface="+mn-cs"/>
              </a:defRPr>
            </a:lvl5pPr>
            <a:lvl6pPr marL="839979" indent="-359991" algn="l" defTabSz="914400" rtl="0" eaLnBrk="1" latinLnBrk="0" hangingPunct="1">
              <a:lnSpc>
                <a:spcPct val="90000"/>
              </a:lnSpc>
              <a:spcBef>
                <a:spcPts val="400"/>
              </a:spcBef>
              <a:spcAft>
                <a:spcPts val="400"/>
              </a:spcAft>
              <a:buClr>
                <a:schemeClr val="accent1"/>
              </a:buClr>
              <a:buSzPct val="100000"/>
              <a:buFont typeface="Arial" panose="020B0604020202020204" pitchFamily="34" charset="0"/>
              <a:buChar char="■"/>
              <a:defRPr sz="1867" kern="1200">
                <a:solidFill>
                  <a:schemeClr val="tx1"/>
                </a:solidFill>
                <a:latin typeface="+mn-lt"/>
                <a:ea typeface="+mn-ea"/>
                <a:cs typeface="+mn-cs"/>
              </a:defRPr>
            </a:lvl6pPr>
            <a:lvl7pPr marL="839979" indent="-359991" algn="l" defTabSz="914400" rtl="0" eaLnBrk="1" latinLnBrk="0" hangingPunct="1">
              <a:lnSpc>
                <a:spcPct val="90000"/>
              </a:lnSpc>
              <a:spcBef>
                <a:spcPts val="400"/>
              </a:spcBef>
              <a:spcAft>
                <a:spcPts val="400"/>
              </a:spcAft>
              <a:buClr>
                <a:schemeClr val="accent1"/>
              </a:buClr>
              <a:buSzPct val="100000"/>
              <a:buFont typeface="Arial" panose="020B0604020202020204" pitchFamily="34" charset="0"/>
              <a:buChar char="■"/>
              <a:defRPr sz="1867" kern="1200">
                <a:solidFill>
                  <a:schemeClr val="tx1"/>
                </a:solidFill>
                <a:latin typeface="+mn-lt"/>
                <a:ea typeface="+mn-ea"/>
                <a:cs typeface="+mn-cs"/>
              </a:defRPr>
            </a:lvl7pPr>
            <a:lvl8pPr marL="839979" indent="-359991" algn="l" defTabSz="914400" rtl="0" eaLnBrk="1" latinLnBrk="0" hangingPunct="1">
              <a:lnSpc>
                <a:spcPct val="90000"/>
              </a:lnSpc>
              <a:spcBef>
                <a:spcPts val="400"/>
              </a:spcBef>
              <a:spcAft>
                <a:spcPts val="400"/>
              </a:spcAft>
              <a:buClr>
                <a:schemeClr val="accent1"/>
              </a:buClr>
              <a:buSzPct val="100000"/>
              <a:buFont typeface="Arial" panose="020B0604020202020204" pitchFamily="34" charset="0"/>
              <a:buChar char="■"/>
              <a:defRPr sz="1867" kern="1200" cap="none" baseline="0">
                <a:solidFill>
                  <a:schemeClr val="tx1"/>
                </a:solidFill>
                <a:latin typeface="+mn-lt"/>
                <a:ea typeface="+mn-ea"/>
                <a:cs typeface="+mn-cs"/>
              </a:defRPr>
            </a:lvl8pPr>
            <a:lvl9pPr marL="839979" indent="-359991" algn="l" defTabSz="914400" rtl="0" eaLnBrk="1" latinLnBrk="0" hangingPunct="1">
              <a:lnSpc>
                <a:spcPct val="90000"/>
              </a:lnSpc>
              <a:spcBef>
                <a:spcPts val="400"/>
              </a:spcBef>
              <a:spcAft>
                <a:spcPts val="400"/>
              </a:spcAft>
              <a:buClr>
                <a:schemeClr val="accent1"/>
              </a:buClr>
              <a:buSzPct val="100000"/>
              <a:buFont typeface="Arial" panose="020B0604020202020204" pitchFamily="34" charset="0"/>
              <a:buChar char="■"/>
              <a:defRPr sz="1867" kern="1200" cap="none" baseline="0">
                <a:solidFill>
                  <a:schemeClr val="tx1"/>
                </a:solidFill>
                <a:latin typeface="+mn-lt"/>
                <a:ea typeface="+mn-ea"/>
                <a:cs typeface="+mn-cs"/>
              </a:defRPr>
            </a:lvl9pPr>
          </a:lstStyle>
          <a:p>
            <a:pPr marL="0" indent="0">
              <a:lnSpc>
                <a:spcPct val="150000"/>
              </a:lnSpc>
              <a:buNone/>
            </a:pPr>
            <a:endParaRPr lang="en-US" dirty="0"/>
          </a:p>
        </p:txBody>
      </p:sp>
      <p:pic>
        <p:nvPicPr>
          <p:cNvPr id="9" name="Picture 8">
            <a:extLst>
              <a:ext uri="{FF2B5EF4-FFF2-40B4-BE49-F238E27FC236}">
                <a16:creationId xmlns:a16="http://schemas.microsoft.com/office/drawing/2014/main" id="{F86B06FF-25D0-4BCD-BC3F-B0CC0640615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153537" y="2210983"/>
            <a:ext cx="4853354" cy="3235569"/>
          </a:xfrm>
          <a:prstGeom prst="rect">
            <a:avLst/>
          </a:prstGeom>
        </p:spPr>
      </p:pic>
    </p:spTree>
    <p:extLst>
      <p:ext uri="{BB962C8B-B14F-4D97-AF65-F5344CB8AC3E}">
        <p14:creationId xmlns:p14="http://schemas.microsoft.com/office/powerpoint/2010/main" val="2261141562"/>
      </p:ext>
    </p:extLst>
  </p:cSld>
  <p:clrMapOvr>
    <a:masterClrMapping/>
  </p:clrMapOvr>
  <p:transition spd="slow">
    <p:wipe dir="u"/>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BC9BFA-CD53-4FE2-ABC3-49B7DE724D25}"/>
              </a:ext>
            </a:extLst>
          </p:cNvPr>
          <p:cNvSpPr>
            <a:spLocks noGrp="1"/>
          </p:cNvSpPr>
          <p:nvPr>
            <p:ph type="title"/>
          </p:nvPr>
        </p:nvSpPr>
        <p:spPr>
          <a:xfrm>
            <a:off x="996155" y="331470"/>
            <a:ext cx="9698039" cy="747100"/>
          </a:xfrm>
        </p:spPr>
        <p:txBody>
          <a:bodyPr/>
          <a:lstStyle/>
          <a:p>
            <a:r>
              <a:rPr lang="de-DE" dirty="0"/>
              <a:t>Scenario</a:t>
            </a:r>
            <a:endParaRPr lang="en-US" dirty="0"/>
          </a:p>
        </p:txBody>
      </p:sp>
      <p:sp>
        <p:nvSpPr>
          <p:cNvPr id="3" name="Text Placeholder 2">
            <a:extLst>
              <a:ext uri="{FF2B5EF4-FFF2-40B4-BE49-F238E27FC236}">
                <a16:creationId xmlns:a16="http://schemas.microsoft.com/office/drawing/2014/main" id="{59DF06EA-BBCE-4A32-8CED-28A8D18363B6}"/>
              </a:ext>
            </a:extLst>
          </p:cNvPr>
          <p:cNvSpPr>
            <a:spLocks noGrp="1"/>
          </p:cNvSpPr>
          <p:nvPr>
            <p:ph type="body" sz="quarter" idx="17"/>
          </p:nvPr>
        </p:nvSpPr>
        <p:spPr>
          <a:xfrm>
            <a:off x="996155" y="1304290"/>
            <a:ext cx="11439685" cy="4696460"/>
          </a:xfrm>
        </p:spPr>
        <p:txBody>
          <a:bodyPr/>
          <a:lstStyle/>
          <a:p>
            <a:pPr>
              <a:lnSpc>
                <a:spcPct val="100000"/>
              </a:lnSpc>
            </a:pPr>
            <a:r>
              <a:rPr lang="en-US" sz="2400" b="0" dirty="0">
                <a:solidFill>
                  <a:srgbClr val="000000"/>
                </a:solidFill>
                <a:latin typeface="+mj-lt"/>
              </a:rPr>
              <a:t>A swarm of robots with individual tasks of finding hardware parts (e.g., hammer, screw driver), while minimizing search time and the number of collisions with obstacles.</a:t>
            </a:r>
          </a:p>
          <a:p>
            <a:pPr>
              <a:lnSpc>
                <a:spcPct val="100000"/>
              </a:lnSpc>
            </a:pPr>
            <a:r>
              <a:rPr lang="en-US" sz="2400" kern="1200" dirty="0">
                <a:solidFill>
                  <a:schemeClr val="accent1">
                    <a:lumMod val="75000"/>
                  </a:schemeClr>
                </a:solidFill>
                <a:latin typeface="+mj-lt"/>
              </a:rPr>
              <a:t>Challenges: </a:t>
            </a:r>
          </a:p>
          <a:p>
            <a:pPr marL="342900" indent="-342900">
              <a:lnSpc>
                <a:spcPct val="100000"/>
              </a:lnSpc>
              <a:buFont typeface="Arial" panose="020B0604020202020204" pitchFamily="34" charset="0"/>
              <a:buChar char="•"/>
            </a:pPr>
            <a:r>
              <a:rPr lang="en-US" sz="2400" b="0" dirty="0">
                <a:solidFill>
                  <a:srgbClr val="000000"/>
                </a:solidFill>
                <a:latin typeface="+mj-lt"/>
              </a:rPr>
              <a:t>Robots must circumvent obstacles that might be blocking access and/or view to the hardware part.</a:t>
            </a:r>
          </a:p>
          <a:p>
            <a:pPr marL="342900" indent="-342900">
              <a:lnSpc>
                <a:spcPct val="100000"/>
              </a:lnSpc>
              <a:buFont typeface="Arial" panose="020B0604020202020204" pitchFamily="34" charset="0"/>
              <a:buChar char="•"/>
            </a:pPr>
            <a:r>
              <a:rPr lang="en-US" sz="2400" b="0" dirty="0">
                <a:solidFill>
                  <a:srgbClr val="000000"/>
                </a:solidFill>
                <a:latin typeface="+mj-lt"/>
              </a:rPr>
              <a:t>Obstacles can shift their positions (after collisions), hence adding imprecision to the collected data.</a:t>
            </a:r>
          </a:p>
          <a:p>
            <a:pPr>
              <a:lnSpc>
                <a:spcPct val="100000"/>
              </a:lnSpc>
            </a:pPr>
            <a:r>
              <a:rPr lang="en-US" sz="2400" kern="1200" dirty="0">
                <a:solidFill>
                  <a:schemeClr val="accent1">
                    <a:lumMod val="75000"/>
                  </a:schemeClr>
                </a:solidFill>
                <a:latin typeface="+mj-lt"/>
              </a:rPr>
              <a:t>Features: </a:t>
            </a:r>
          </a:p>
          <a:p>
            <a:pPr marL="342900" indent="-342900">
              <a:lnSpc>
                <a:spcPct val="100000"/>
              </a:lnSpc>
              <a:buFont typeface="Arial" panose="020B0604020202020204" pitchFamily="34" charset="0"/>
              <a:buChar char="•"/>
            </a:pPr>
            <a:r>
              <a:rPr lang="en-US" sz="2400" b="0" dirty="0">
                <a:solidFill>
                  <a:srgbClr val="000000"/>
                </a:solidFill>
                <a:latin typeface="+mj-lt"/>
              </a:rPr>
              <a:t>Robots can share knowledge about the relative position of objects.</a:t>
            </a:r>
          </a:p>
          <a:p>
            <a:pPr marL="342900" indent="-342900">
              <a:lnSpc>
                <a:spcPct val="100000"/>
              </a:lnSpc>
              <a:buFont typeface="Arial" panose="020B0604020202020204" pitchFamily="34" charset="0"/>
              <a:buChar char="•"/>
            </a:pPr>
            <a:r>
              <a:rPr lang="en-US" sz="2400" b="0" dirty="0">
                <a:solidFill>
                  <a:srgbClr val="000000"/>
                </a:solidFill>
                <a:latin typeface="+mj-lt"/>
              </a:rPr>
              <a:t>Robots collaborate to maintain a shared environment representation</a:t>
            </a:r>
          </a:p>
          <a:p>
            <a:pPr>
              <a:lnSpc>
                <a:spcPct val="100000"/>
              </a:lnSpc>
            </a:pPr>
            <a:endParaRPr lang="en-US" sz="2400" dirty="0"/>
          </a:p>
        </p:txBody>
      </p:sp>
    </p:spTree>
    <p:extLst>
      <p:ext uri="{BB962C8B-B14F-4D97-AF65-F5344CB8AC3E}">
        <p14:creationId xmlns:p14="http://schemas.microsoft.com/office/powerpoint/2010/main" val="30989198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389DE2-BA5D-41CF-AC61-852A543D28D9}"/>
              </a:ext>
            </a:extLst>
          </p:cNvPr>
          <p:cNvSpPr>
            <a:spLocks noGrp="1"/>
          </p:cNvSpPr>
          <p:nvPr>
            <p:ph type="title"/>
          </p:nvPr>
        </p:nvSpPr>
        <p:spPr>
          <a:xfrm>
            <a:off x="1007744" y="233000"/>
            <a:ext cx="9698039" cy="747100"/>
          </a:xfrm>
        </p:spPr>
        <p:txBody>
          <a:bodyPr/>
          <a:lstStyle/>
          <a:p>
            <a:r>
              <a:rPr lang="en-US" sz="3200" kern="0" dirty="0">
                <a:latin typeface="+mj-lt"/>
              </a:rPr>
              <a:t>Research Goals</a:t>
            </a:r>
            <a:endParaRPr lang="en-US" dirty="0"/>
          </a:p>
        </p:txBody>
      </p:sp>
      <p:sp>
        <p:nvSpPr>
          <p:cNvPr id="3" name="Text Placeholder 2">
            <a:extLst>
              <a:ext uri="{FF2B5EF4-FFF2-40B4-BE49-F238E27FC236}">
                <a16:creationId xmlns:a16="http://schemas.microsoft.com/office/drawing/2014/main" id="{41185BBD-B9D7-43B8-B529-ABC7A256DA0B}"/>
              </a:ext>
            </a:extLst>
          </p:cNvPr>
          <p:cNvSpPr>
            <a:spLocks noGrp="1"/>
          </p:cNvSpPr>
          <p:nvPr>
            <p:ph type="body" sz="quarter" idx="17"/>
          </p:nvPr>
        </p:nvSpPr>
        <p:spPr>
          <a:xfrm>
            <a:off x="1007744" y="1383370"/>
            <a:ext cx="11303636" cy="4925990"/>
          </a:xfrm>
        </p:spPr>
        <p:txBody>
          <a:bodyPr/>
          <a:lstStyle/>
          <a:p>
            <a:r>
              <a:rPr lang="en-US" sz="2400" b="1" dirty="0">
                <a:solidFill>
                  <a:schemeClr val="accent1">
                    <a:lumMod val="75000"/>
                  </a:schemeClr>
                </a:solidFill>
                <a:latin typeface="+mj-lt"/>
              </a:rPr>
              <a:t>RG1- Generate r</a:t>
            </a:r>
            <a:r>
              <a:rPr lang="en-US" sz="2400" b="1" kern="1200" dirty="0">
                <a:solidFill>
                  <a:schemeClr val="accent1">
                    <a:lumMod val="75000"/>
                  </a:schemeClr>
                </a:solidFill>
                <a:latin typeface="+mj-lt"/>
              </a:rPr>
              <a:t>epresentation models</a:t>
            </a:r>
          </a:p>
          <a:p>
            <a:pPr marL="342900" lvl="1" indent="-342900">
              <a:lnSpc>
                <a:spcPct val="150000"/>
              </a:lnSpc>
              <a:buFont typeface="Arial" panose="020B0604020202020204" pitchFamily="34" charset="0"/>
              <a:buChar char="•"/>
            </a:pPr>
            <a:r>
              <a:rPr lang="en-US" sz="2400" u="sng" dirty="0">
                <a:latin typeface="+mj-lt"/>
                <a:cs typeface="+mn-cs"/>
              </a:rPr>
              <a:t>Attention (A)</a:t>
            </a:r>
            <a:r>
              <a:rPr lang="en-US" sz="2400" b="0" dirty="0">
                <a:solidFill>
                  <a:srgbClr val="000000"/>
                </a:solidFill>
                <a:latin typeface="+mj-lt"/>
                <a:cs typeface="+mn-cs"/>
              </a:rPr>
              <a:t> to capture the importance of obstacles to tasks.</a:t>
            </a:r>
          </a:p>
          <a:p>
            <a:pPr marL="342900" lvl="1" indent="-342900">
              <a:lnSpc>
                <a:spcPct val="150000"/>
              </a:lnSpc>
              <a:buFont typeface="Arial" panose="020B0604020202020204" pitchFamily="34" charset="0"/>
              <a:buChar char="•"/>
            </a:pPr>
            <a:r>
              <a:rPr lang="en-US" sz="2400" u="sng" dirty="0">
                <a:latin typeface="+mj-lt"/>
                <a:cs typeface="+mn-cs"/>
              </a:rPr>
              <a:t>Salience (S)</a:t>
            </a:r>
            <a:r>
              <a:rPr lang="en-US" sz="2400" b="0" dirty="0">
                <a:solidFill>
                  <a:srgbClr val="000000"/>
                </a:solidFill>
                <a:latin typeface="+mj-lt"/>
                <a:cs typeface="+mn-cs"/>
              </a:rPr>
              <a:t> to capture the relative prominence among objects in the environment.</a:t>
            </a:r>
            <a:endParaRPr lang="en-US" sz="2400" dirty="0">
              <a:solidFill>
                <a:schemeClr val="accent1">
                  <a:lumMod val="75000"/>
                </a:schemeClr>
              </a:solidFill>
              <a:latin typeface="+mj-lt"/>
            </a:endParaRPr>
          </a:p>
          <a:p>
            <a:pPr rtl="0" fontAlgn="base">
              <a:lnSpc>
                <a:spcPct val="150000"/>
              </a:lnSpc>
              <a:spcBef>
                <a:spcPts val="0"/>
              </a:spcBef>
              <a:spcAft>
                <a:spcPts val="0"/>
              </a:spcAft>
            </a:pPr>
            <a:r>
              <a:rPr lang="en-US" sz="2400" b="1" dirty="0">
                <a:solidFill>
                  <a:schemeClr val="accent1">
                    <a:lumMod val="75000"/>
                  </a:schemeClr>
                </a:solidFill>
                <a:latin typeface="+mj-lt"/>
              </a:rPr>
              <a:t>RG2- Sensitivity of Attention &amp; Salience Models</a:t>
            </a:r>
            <a:endParaRPr lang="en-US" sz="2400" b="1" i="0" u="none" strike="noStrike" dirty="0">
              <a:solidFill>
                <a:schemeClr val="accent1">
                  <a:lumMod val="75000"/>
                </a:schemeClr>
              </a:solidFill>
              <a:effectLst/>
              <a:latin typeface="+mj-lt"/>
            </a:endParaRPr>
          </a:p>
          <a:p>
            <a:pPr>
              <a:lnSpc>
                <a:spcPct val="150000"/>
              </a:lnSpc>
              <a:spcAft>
                <a:spcPts val="0"/>
              </a:spcAft>
            </a:pPr>
            <a:r>
              <a:rPr lang="en-US" sz="2400" b="0" i="0" u="none" strike="noStrike" dirty="0">
                <a:solidFill>
                  <a:srgbClr val="000000"/>
                </a:solidFill>
                <a:effectLst/>
                <a:latin typeface="+mj-lt"/>
              </a:rPr>
              <a:t>Investigate the sensitivity of attention and salience representations to small </a:t>
            </a:r>
            <a:r>
              <a:rPr lang="en-US" sz="2400" b="0" dirty="0">
                <a:solidFill>
                  <a:srgbClr val="000000"/>
                </a:solidFill>
                <a:latin typeface="+mj-lt"/>
              </a:rPr>
              <a:t>environmental perturbations</a:t>
            </a:r>
            <a:r>
              <a:rPr lang="en-US" sz="2400" b="0" i="0" u="none" strike="noStrike" dirty="0">
                <a:solidFill>
                  <a:srgbClr val="000000"/>
                </a:solidFill>
                <a:effectLst/>
                <a:latin typeface="+mj-lt"/>
              </a:rPr>
              <a:t>. </a:t>
            </a:r>
            <a:r>
              <a:rPr lang="en-US" sz="2400" b="0" dirty="0">
                <a:solidFill>
                  <a:srgbClr val="000000"/>
                </a:solidFill>
                <a:latin typeface="+mj-lt"/>
              </a:rPr>
              <a:t>Perturbations </a:t>
            </a:r>
            <a:r>
              <a:rPr lang="en-US" sz="2400" b="0" i="0" u="none" strike="noStrike" dirty="0">
                <a:solidFill>
                  <a:srgbClr val="000000"/>
                </a:solidFill>
                <a:effectLst/>
                <a:latin typeface="+mj-lt"/>
              </a:rPr>
              <a:t>would correspond to the subtle shifts to the obstacles (i.e., partially observable).</a:t>
            </a:r>
          </a:p>
        </p:txBody>
      </p:sp>
    </p:spTree>
    <p:extLst>
      <p:ext uri="{BB962C8B-B14F-4D97-AF65-F5344CB8AC3E}">
        <p14:creationId xmlns:p14="http://schemas.microsoft.com/office/powerpoint/2010/main" val="36087955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389DE2-BA5D-41CF-AC61-852A543D28D9}"/>
              </a:ext>
            </a:extLst>
          </p:cNvPr>
          <p:cNvSpPr>
            <a:spLocks noGrp="1"/>
          </p:cNvSpPr>
          <p:nvPr>
            <p:ph type="title"/>
          </p:nvPr>
        </p:nvSpPr>
        <p:spPr/>
        <p:txBody>
          <a:bodyPr/>
          <a:lstStyle/>
          <a:p>
            <a:r>
              <a:rPr lang="en-US" sz="3200" kern="0" dirty="0">
                <a:latin typeface="+mj-lt"/>
              </a:rPr>
              <a:t>Research Goals</a:t>
            </a:r>
            <a:endParaRPr lang="en-US" dirty="0"/>
          </a:p>
        </p:txBody>
      </p:sp>
      <p:sp>
        <p:nvSpPr>
          <p:cNvPr id="3" name="Text Placeholder 2">
            <a:extLst>
              <a:ext uri="{FF2B5EF4-FFF2-40B4-BE49-F238E27FC236}">
                <a16:creationId xmlns:a16="http://schemas.microsoft.com/office/drawing/2014/main" id="{41185BBD-B9D7-43B8-B529-ABC7A256DA0B}"/>
              </a:ext>
            </a:extLst>
          </p:cNvPr>
          <p:cNvSpPr>
            <a:spLocks noGrp="1"/>
          </p:cNvSpPr>
          <p:nvPr>
            <p:ph type="body" sz="quarter" idx="17"/>
          </p:nvPr>
        </p:nvSpPr>
        <p:spPr>
          <a:xfrm>
            <a:off x="1109344" y="2023450"/>
            <a:ext cx="11303636" cy="3854450"/>
          </a:xfrm>
        </p:spPr>
        <p:txBody>
          <a:bodyPr/>
          <a:lstStyle/>
          <a:p>
            <a:pPr>
              <a:lnSpc>
                <a:spcPct val="150000"/>
              </a:lnSpc>
              <a:spcAft>
                <a:spcPts val="0"/>
              </a:spcAft>
            </a:pPr>
            <a:r>
              <a:rPr lang="en-US" sz="2400" b="1" dirty="0">
                <a:solidFill>
                  <a:schemeClr val="accent1">
                    <a:lumMod val="75000"/>
                  </a:schemeClr>
                </a:solidFill>
                <a:latin typeface="+mj-lt"/>
                <a:ea typeface="Verdana" panose="020B0604030504040204" pitchFamily="34" charset="0"/>
              </a:rPr>
              <a:t>RG3- Robustness of Robot Tasks</a:t>
            </a:r>
          </a:p>
          <a:p>
            <a:pPr>
              <a:lnSpc>
                <a:spcPct val="150000"/>
              </a:lnSpc>
              <a:spcAft>
                <a:spcPts val="0"/>
              </a:spcAft>
            </a:pPr>
            <a:r>
              <a:rPr lang="en-US" sz="2400" b="0" i="0" u="none" strike="noStrike" dirty="0">
                <a:solidFill>
                  <a:srgbClr val="000000"/>
                </a:solidFill>
                <a:effectLst/>
                <a:latin typeface="+mj-lt"/>
              </a:rPr>
              <a:t>Investigate the </a:t>
            </a:r>
            <a:r>
              <a:rPr lang="en-US" sz="2400" b="0" dirty="0">
                <a:solidFill>
                  <a:srgbClr val="000000"/>
                </a:solidFill>
                <a:latin typeface="+mj-lt"/>
              </a:rPr>
              <a:t>sensitivity of obstacle avoidance (safety) and task completion (cost) to small changes in how the robots approach the obstacles. Changes relate to tasks of capturing better (complementary) information about an obstacle that can be shared with other robots (i.e., to infer how an obstacle impedes movement towards the completion of a task).</a:t>
            </a:r>
            <a:endParaRPr lang="en-US" sz="2400" b="0" i="0" u="none" strike="noStrike" dirty="0">
              <a:solidFill>
                <a:srgbClr val="000000"/>
              </a:solidFill>
              <a:effectLst/>
              <a:latin typeface="+mj-lt"/>
            </a:endParaRPr>
          </a:p>
          <a:p>
            <a:endParaRPr lang="en-US" dirty="0"/>
          </a:p>
        </p:txBody>
      </p:sp>
    </p:spTree>
    <p:extLst>
      <p:ext uri="{BB962C8B-B14F-4D97-AF65-F5344CB8AC3E}">
        <p14:creationId xmlns:p14="http://schemas.microsoft.com/office/powerpoint/2010/main" val="38230134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7D2D93-BD1B-40C9-9982-9E45BDF5A766}"/>
              </a:ext>
            </a:extLst>
          </p:cNvPr>
          <p:cNvSpPr>
            <a:spLocks noGrp="1"/>
          </p:cNvSpPr>
          <p:nvPr>
            <p:ph type="title"/>
          </p:nvPr>
        </p:nvSpPr>
        <p:spPr/>
        <p:txBody>
          <a:bodyPr/>
          <a:lstStyle/>
          <a:p>
            <a:r>
              <a:rPr lang="de-DE" dirty="0"/>
              <a:t>Approach</a:t>
            </a:r>
            <a:endParaRPr lang="en-US" dirty="0"/>
          </a:p>
        </p:txBody>
      </p:sp>
      <p:sp>
        <p:nvSpPr>
          <p:cNvPr id="3" name="Text Placeholder 2">
            <a:extLst>
              <a:ext uri="{FF2B5EF4-FFF2-40B4-BE49-F238E27FC236}">
                <a16:creationId xmlns:a16="http://schemas.microsoft.com/office/drawing/2014/main" id="{AFC33E45-20ED-4CD3-AABB-EE2B2A3D0B04}"/>
              </a:ext>
            </a:extLst>
          </p:cNvPr>
          <p:cNvSpPr>
            <a:spLocks noGrp="1"/>
          </p:cNvSpPr>
          <p:nvPr>
            <p:ph type="body" sz="quarter" idx="17"/>
          </p:nvPr>
        </p:nvSpPr>
        <p:spPr>
          <a:xfrm>
            <a:off x="1019174" y="2241550"/>
            <a:ext cx="11172826" cy="3854450"/>
          </a:xfrm>
        </p:spPr>
        <p:txBody>
          <a:bodyPr/>
          <a:lstStyle/>
          <a:p>
            <a:pPr rtl="0" fontAlgn="base">
              <a:lnSpc>
                <a:spcPct val="150000"/>
              </a:lnSpc>
              <a:spcBef>
                <a:spcPts val="0"/>
              </a:spcBef>
              <a:spcAft>
                <a:spcPts val="0"/>
              </a:spcAft>
            </a:pPr>
            <a:r>
              <a:rPr lang="en-US" sz="2000" b="1" dirty="0">
                <a:solidFill>
                  <a:schemeClr val="accent1">
                    <a:lumMod val="75000"/>
                  </a:schemeClr>
                </a:solidFill>
                <a:latin typeface="+mj-lt"/>
              </a:rPr>
              <a:t>Representation Learning</a:t>
            </a:r>
            <a:r>
              <a:rPr lang="en-US" sz="2000" dirty="0">
                <a:solidFill>
                  <a:schemeClr val="accent1">
                    <a:lumMod val="75000"/>
                  </a:schemeClr>
                </a:solidFill>
                <a:latin typeface="+mj-lt"/>
              </a:rPr>
              <a:t>:</a:t>
            </a:r>
            <a:r>
              <a:rPr lang="en-US" sz="2000" b="0" dirty="0">
                <a:solidFill>
                  <a:srgbClr val="000000"/>
                </a:solidFill>
                <a:latin typeface="+mj-lt"/>
              </a:rPr>
              <a:t> </a:t>
            </a:r>
            <a:r>
              <a:rPr lang="en-US" sz="2000" b="0" dirty="0" err="1">
                <a:solidFill>
                  <a:srgbClr val="000000"/>
                </a:solidFill>
                <a:latin typeface="+mj-lt"/>
              </a:rPr>
              <a:t>Spatio</a:t>
            </a:r>
            <a:r>
              <a:rPr lang="en-US" sz="2000" b="0" dirty="0">
                <a:solidFill>
                  <a:srgbClr val="000000"/>
                </a:solidFill>
                <a:latin typeface="+mj-lt"/>
              </a:rPr>
              <a:t>-temporal graph models for capturing attention and salience as embedded representations of obstacles and tasks. Graph models abstract structural dependencies from observational (sensing) and synthetic data (interventions).</a:t>
            </a:r>
          </a:p>
          <a:p>
            <a:pPr rtl="0" fontAlgn="base">
              <a:lnSpc>
                <a:spcPct val="150000"/>
              </a:lnSpc>
              <a:spcBef>
                <a:spcPts val="0"/>
              </a:spcBef>
              <a:spcAft>
                <a:spcPts val="0"/>
              </a:spcAft>
            </a:pPr>
            <a:r>
              <a:rPr lang="en-US" sz="2000" b="1" dirty="0">
                <a:solidFill>
                  <a:schemeClr val="accent1">
                    <a:lumMod val="75000"/>
                  </a:schemeClr>
                </a:solidFill>
                <a:latin typeface="+mj-lt"/>
              </a:rPr>
              <a:t>Policy Learning:</a:t>
            </a:r>
            <a:r>
              <a:rPr lang="en-US" sz="2000" dirty="0">
                <a:solidFill>
                  <a:schemeClr val="accent1">
                    <a:lumMod val="75000"/>
                  </a:schemeClr>
                </a:solidFill>
                <a:latin typeface="+mj-lt"/>
              </a:rPr>
              <a:t> </a:t>
            </a:r>
            <a:r>
              <a:rPr lang="en-US" sz="2000" b="0" dirty="0">
                <a:solidFill>
                  <a:srgbClr val="000000"/>
                </a:solidFill>
                <a:latin typeface="+mj-lt"/>
              </a:rPr>
              <a:t>Reinforcement learning can update policies through interaction with the environment, a representation of it, or by knowledge transfer from other policies.</a:t>
            </a:r>
          </a:p>
          <a:p>
            <a:endParaRPr lang="en-US" dirty="0"/>
          </a:p>
        </p:txBody>
      </p:sp>
    </p:spTree>
    <p:extLst>
      <p:ext uri="{BB962C8B-B14F-4D97-AF65-F5344CB8AC3E}">
        <p14:creationId xmlns:p14="http://schemas.microsoft.com/office/powerpoint/2010/main" val="733852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AAEFB2-79F8-4E08-B02C-9EEE1CCE2EB5}"/>
              </a:ext>
            </a:extLst>
          </p:cNvPr>
          <p:cNvSpPr>
            <a:spLocks noGrp="1"/>
          </p:cNvSpPr>
          <p:nvPr>
            <p:ph type="title"/>
          </p:nvPr>
        </p:nvSpPr>
        <p:spPr/>
        <p:txBody>
          <a:bodyPr/>
          <a:lstStyle/>
          <a:p>
            <a:r>
              <a:rPr lang="en-US" sz="3200" kern="0" dirty="0">
                <a:latin typeface="+mj-lt"/>
              </a:rPr>
              <a:t>Technology &amp; Deliverables</a:t>
            </a:r>
            <a:endParaRPr lang="en-US" dirty="0"/>
          </a:p>
        </p:txBody>
      </p:sp>
      <p:sp>
        <p:nvSpPr>
          <p:cNvPr id="3" name="Text Placeholder 2">
            <a:extLst>
              <a:ext uri="{FF2B5EF4-FFF2-40B4-BE49-F238E27FC236}">
                <a16:creationId xmlns:a16="http://schemas.microsoft.com/office/drawing/2014/main" id="{DCBB6437-146A-4146-991B-A3D230B14654}"/>
              </a:ext>
            </a:extLst>
          </p:cNvPr>
          <p:cNvSpPr>
            <a:spLocks noGrp="1"/>
          </p:cNvSpPr>
          <p:nvPr>
            <p:ph type="body" sz="quarter" idx="17"/>
          </p:nvPr>
        </p:nvSpPr>
        <p:spPr>
          <a:xfrm>
            <a:off x="1019174" y="2241550"/>
            <a:ext cx="11508105" cy="3854450"/>
          </a:xfrm>
        </p:spPr>
        <p:txBody>
          <a:bodyPr/>
          <a:lstStyle/>
          <a:p>
            <a:pPr lvl="1">
              <a:lnSpc>
                <a:spcPct val="150000"/>
              </a:lnSpc>
            </a:pPr>
            <a:r>
              <a:rPr lang="en-US" sz="2400" dirty="0">
                <a:solidFill>
                  <a:schemeClr val="accent1">
                    <a:lumMod val="75000"/>
                  </a:schemeClr>
                </a:solidFill>
                <a:latin typeface="+mj-lt"/>
              </a:rPr>
              <a:t>Robots: </a:t>
            </a:r>
            <a:r>
              <a:rPr lang="en-US" sz="2400" b="0" dirty="0">
                <a:solidFill>
                  <a:srgbClr val="000000"/>
                </a:solidFill>
                <a:latin typeface="+mj-lt"/>
              </a:rPr>
              <a:t>commercial rovers with cameras and </a:t>
            </a:r>
          </a:p>
          <a:p>
            <a:pPr lvl="1">
              <a:lnSpc>
                <a:spcPct val="150000"/>
              </a:lnSpc>
            </a:pPr>
            <a:r>
              <a:rPr lang="en-US" sz="2400" dirty="0">
                <a:solidFill>
                  <a:schemeClr val="accent1">
                    <a:lumMod val="75000"/>
                  </a:schemeClr>
                </a:solidFill>
                <a:latin typeface="+mj-lt"/>
              </a:rPr>
              <a:t>Simulators:</a:t>
            </a:r>
            <a:r>
              <a:rPr lang="en-US" sz="2400" b="0" dirty="0">
                <a:solidFill>
                  <a:srgbClr val="000000"/>
                </a:solidFill>
                <a:latin typeface="+mj-lt"/>
              </a:rPr>
              <a:t> pretraining robot (e.g., Gazebo, </a:t>
            </a:r>
            <a:r>
              <a:rPr lang="en-US" sz="2400" b="0" dirty="0" err="1">
                <a:solidFill>
                  <a:srgbClr val="000000"/>
                </a:solidFill>
                <a:latin typeface="+mj-lt"/>
              </a:rPr>
              <a:t>Webots</a:t>
            </a:r>
            <a:r>
              <a:rPr lang="en-US" sz="2400" b="0" dirty="0">
                <a:solidFill>
                  <a:srgbClr val="000000"/>
                </a:solidFill>
                <a:latin typeface="+mj-lt"/>
              </a:rPr>
              <a:t>)</a:t>
            </a:r>
          </a:p>
          <a:p>
            <a:pPr lvl="1">
              <a:lnSpc>
                <a:spcPct val="150000"/>
              </a:lnSpc>
            </a:pPr>
            <a:r>
              <a:rPr lang="en-US" sz="2400" dirty="0">
                <a:solidFill>
                  <a:schemeClr val="accent1">
                    <a:lumMod val="75000"/>
                  </a:schemeClr>
                </a:solidFill>
                <a:latin typeface="+mj-lt"/>
              </a:rPr>
              <a:t>Mini-tutorials:</a:t>
            </a:r>
            <a:r>
              <a:rPr lang="en-US" sz="2400" b="0" dirty="0">
                <a:solidFill>
                  <a:srgbClr val="000000"/>
                </a:solidFill>
                <a:latin typeface="+mj-lt"/>
              </a:rPr>
              <a:t> We will provide instructions on how to work with the rover, simulator, as well as on robotic perception, planning, and learning methods.</a:t>
            </a:r>
          </a:p>
          <a:p>
            <a:pPr lvl="1">
              <a:lnSpc>
                <a:spcPct val="150000"/>
              </a:lnSpc>
            </a:pPr>
            <a:r>
              <a:rPr lang="en-US" sz="2400" i="0" u="none" strike="noStrike" dirty="0">
                <a:solidFill>
                  <a:schemeClr val="accent1">
                    <a:lumMod val="75000"/>
                  </a:schemeClr>
                </a:solidFill>
                <a:effectLst/>
                <a:latin typeface="+mj-lt"/>
              </a:rPr>
              <a:t>Deliverables</a:t>
            </a:r>
            <a:r>
              <a:rPr lang="en-US" sz="2400" b="0" i="0" u="none" strike="noStrike" dirty="0">
                <a:solidFill>
                  <a:srgbClr val="000000"/>
                </a:solidFill>
                <a:effectLst/>
                <a:latin typeface="+mj-lt"/>
              </a:rPr>
              <a:t>: </a:t>
            </a:r>
            <a:r>
              <a:rPr lang="en-US" sz="2400" b="0" dirty="0">
                <a:solidFill>
                  <a:srgbClr val="000000"/>
                </a:solidFill>
                <a:latin typeface="+mj-lt"/>
              </a:rPr>
              <a:t>source code and a scientific paper</a:t>
            </a:r>
          </a:p>
          <a:p>
            <a:endParaRPr lang="en-US" dirty="0"/>
          </a:p>
        </p:txBody>
      </p:sp>
    </p:spTree>
    <p:extLst>
      <p:ext uri="{BB962C8B-B14F-4D97-AF65-F5344CB8AC3E}">
        <p14:creationId xmlns:p14="http://schemas.microsoft.com/office/powerpoint/2010/main" val="41530832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F6ABA88-5029-496B-97B4-AD939C513B6C}"/>
              </a:ext>
            </a:extLst>
          </p:cNvPr>
          <p:cNvSpPr>
            <a:spLocks noGrp="1"/>
          </p:cNvSpPr>
          <p:nvPr>
            <p:ph type="title"/>
          </p:nvPr>
        </p:nvSpPr>
        <p:spPr>
          <a:xfrm>
            <a:off x="286198" y="302460"/>
            <a:ext cx="10514014" cy="578576"/>
          </a:xfrm>
        </p:spPr>
        <p:txBody>
          <a:bodyPr/>
          <a:lstStyle/>
          <a:p>
            <a:r>
              <a:rPr lang="en-US" sz="3200" dirty="0"/>
              <a:t>Papers on Reinforcement Learning</a:t>
            </a:r>
          </a:p>
        </p:txBody>
      </p:sp>
      <p:sp>
        <p:nvSpPr>
          <p:cNvPr id="4" name="Rectangle 1">
            <a:extLst>
              <a:ext uri="{FF2B5EF4-FFF2-40B4-BE49-F238E27FC236}">
                <a16:creationId xmlns:a16="http://schemas.microsoft.com/office/drawing/2014/main" id="{2FBD50AF-A9AC-4FB3-B6EA-CCFF7EC0895A}"/>
              </a:ext>
            </a:extLst>
          </p:cNvPr>
          <p:cNvSpPr>
            <a:spLocks noGrp="1" noChangeArrowheads="1"/>
          </p:cNvSpPr>
          <p:nvPr>
            <p:ph type="body" sz="quarter" idx="13"/>
          </p:nvPr>
        </p:nvSpPr>
        <p:spPr bwMode="auto">
          <a:xfrm>
            <a:off x="286198" y="1187939"/>
            <a:ext cx="11246990" cy="5078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defTabSz="914400" eaLnBrk="0" fontAlgn="base" hangingPunct="0">
              <a:lnSpc>
                <a:spcPct val="100000"/>
              </a:lnSpc>
              <a:spcBef>
                <a:spcPct val="0"/>
              </a:spcBef>
              <a:spcAft>
                <a:spcPct val="0"/>
              </a:spcAft>
              <a:buClrTx/>
            </a:pPr>
            <a:r>
              <a:rPr kumimoji="0" lang="en-US" altLang="en-US" sz="1800" b="0" i="0" u="none" strike="noStrike" cap="none" normalizeH="0" baseline="0" dirty="0">
                <a:ln>
                  <a:noFill/>
                </a:ln>
                <a:solidFill>
                  <a:schemeClr val="tx1"/>
                </a:solidFill>
                <a:effectLst/>
                <a:latin typeface="+mj-lt"/>
              </a:rPr>
              <a:t>Zhu, Z., et al., 2021, </a:t>
            </a:r>
            <a:r>
              <a:rPr kumimoji="0" lang="en-US" altLang="en-US" sz="1800" b="1" i="0" u="none" strike="noStrike" cap="none" normalizeH="0" baseline="0" dirty="0">
                <a:ln>
                  <a:noFill/>
                </a:ln>
                <a:solidFill>
                  <a:schemeClr val="tx1"/>
                </a:solidFill>
                <a:effectLst/>
                <a:latin typeface="+mj-lt"/>
              </a:rPr>
              <a:t>Transfer Learning in Deep Reinforcement Learning: A Survey</a:t>
            </a:r>
            <a:r>
              <a:rPr kumimoji="0" lang="en-US" altLang="en-US" sz="1800" b="0" i="0" u="none" strike="noStrike" cap="none" normalizeH="0" baseline="0" dirty="0">
                <a:ln>
                  <a:noFill/>
                </a:ln>
                <a:solidFill>
                  <a:schemeClr val="tx1"/>
                </a:solidFill>
                <a:effectLst/>
                <a:latin typeface="+mj-lt"/>
              </a:rPr>
              <a:t>, </a:t>
            </a:r>
            <a:r>
              <a:rPr lang="en-US" sz="1800" i="1" dirty="0" err="1">
                <a:latin typeface="+mj-lt"/>
              </a:rPr>
              <a:t>arXiv</a:t>
            </a:r>
            <a:r>
              <a:rPr lang="en-US" sz="1800" i="1" dirty="0">
                <a:latin typeface="+mj-lt"/>
              </a:rPr>
              <a:t> preprint arXiv:2009.07888.</a:t>
            </a:r>
          </a:p>
          <a:p>
            <a:pPr defTabSz="914400" eaLnBrk="0" fontAlgn="base" hangingPunct="0">
              <a:lnSpc>
                <a:spcPct val="100000"/>
              </a:lnSpc>
              <a:spcBef>
                <a:spcPct val="0"/>
              </a:spcBef>
              <a:spcAft>
                <a:spcPct val="0"/>
              </a:spcAft>
              <a:buClrTx/>
            </a:pPr>
            <a:endParaRPr lang="en-US" altLang="en-US" sz="1800" dirty="0">
              <a:latin typeface="+mj-lt"/>
            </a:endParaRPr>
          </a:p>
          <a:p>
            <a:pPr defTabSz="914400" eaLnBrk="0" fontAlgn="base" hangingPunct="0">
              <a:lnSpc>
                <a:spcPct val="100000"/>
              </a:lnSpc>
              <a:spcBef>
                <a:spcPct val="0"/>
              </a:spcBef>
              <a:spcAft>
                <a:spcPct val="0"/>
              </a:spcAft>
              <a:buClrTx/>
            </a:pPr>
            <a:r>
              <a:rPr lang="en-US" sz="1800" dirty="0">
                <a:latin typeface="+mj-lt"/>
              </a:rPr>
              <a:t>Amin, S., et al., 2021,</a:t>
            </a:r>
            <a:r>
              <a:rPr lang="en-US" sz="1800" b="1" dirty="0">
                <a:latin typeface="+mj-lt"/>
              </a:rPr>
              <a:t> A Survey of Exploration Methods in Reinforcement Learning. </a:t>
            </a:r>
            <a:r>
              <a:rPr lang="en-US" sz="1800" i="1" dirty="0" err="1">
                <a:latin typeface="+mj-lt"/>
              </a:rPr>
              <a:t>arXiv</a:t>
            </a:r>
            <a:r>
              <a:rPr lang="en-US" sz="1800" i="1" dirty="0">
                <a:latin typeface="+mj-lt"/>
              </a:rPr>
              <a:t> preprint arXiv:2109.00157</a:t>
            </a:r>
            <a:r>
              <a:rPr lang="en-US" sz="1800" dirty="0">
                <a:latin typeface="+mj-lt"/>
              </a:rPr>
              <a:t>.</a:t>
            </a:r>
          </a:p>
          <a:p>
            <a:pPr defTabSz="914400" eaLnBrk="0" fontAlgn="base" hangingPunct="0">
              <a:lnSpc>
                <a:spcPct val="100000"/>
              </a:lnSpc>
              <a:spcBef>
                <a:spcPct val="0"/>
              </a:spcBef>
              <a:spcAft>
                <a:spcPct val="0"/>
              </a:spcAft>
              <a:buClrTx/>
            </a:pPr>
            <a:endParaRPr kumimoji="0" lang="en-US" altLang="en-US" sz="1800" b="0" i="0" u="none" strike="noStrike" cap="none" normalizeH="0" baseline="0" dirty="0">
              <a:ln>
                <a:noFill/>
              </a:ln>
              <a:solidFill>
                <a:schemeClr val="tx1"/>
              </a:solidFill>
              <a:effectLst/>
              <a:latin typeface="+mj-lt"/>
            </a:endParaRPr>
          </a:p>
          <a:p>
            <a:pPr defTabSz="914400" eaLnBrk="0" fontAlgn="base" hangingPunct="0">
              <a:lnSpc>
                <a:spcPct val="100000"/>
              </a:lnSpc>
              <a:spcBef>
                <a:spcPct val="0"/>
              </a:spcBef>
              <a:spcAft>
                <a:spcPct val="0"/>
              </a:spcAft>
              <a:buClrTx/>
            </a:pPr>
            <a:r>
              <a:rPr lang="en-US" sz="1800" dirty="0">
                <a:latin typeface="+mj-lt"/>
              </a:rPr>
              <a:t>Yu, L., et al., 2021, </a:t>
            </a:r>
            <a:r>
              <a:rPr lang="en-US" sz="1800" b="1" dirty="0">
                <a:latin typeface="+mj-lt"/>
              </a:rPr>
              <a:t>Robust Reinforcement Learning under model misspecification. </a:t>
            </a:r>
            <a:r>
              <a:rPr lang="en-US" sz="1800" i="1" dirty="0" err="1">
                <a:latin typeface="+mj-lt"/>
              </a:rPr>
              <a:t>arXiv</a:t>
            </a:r>
            <a:r>
              <a:rPr lang="en-US" sz="1800" i="1" dirty="0">
                <a:latin typeface="+mj-lt"/>
              </a:rPr>
              <a:t> preprint arXiv:2103.15370</a:t>
            </a:r>
            <a:r>
              <a:rPr lang="en-US" sz="1800" dirty="0">
                <a:latin typeface="+mj-lt"/>
              </a:rPr>
              <a:t>.</a:t>
            </a:r>
            <a:endParaRPr kumimoji="0" lang="en-US" altLang="en-US" sz="1800" b="0" i="0" u="none" strike="noStrike" cap="none" normalizeH="0" baseline="0" dirty="0">
              <a:ln>
                <a:noFill/>
              </a:ln>
              <a:solidFill>
                <a:schemeClr val="tx1"/>
              </a:solidFill>
              <a:effectLst/>
              <a:latin typeface="+mj-lt"/>
            </a:endParaRPr>
          </a:p>
          <a:p>
            <a:pPr defTabSz="914400" eaLnBrk="0" fontAlgn="base" hangingPunct="0">
              <a:lnSpc>
                <a:spcPct val="100000"/>
              </a:lnSpc>
              <a:spcBef>
                <a:spcPct val="0"/>
              </a:spcBef>
              <a:spcAft>
                <a:spcPct val="0"/>
              </a:spcAft>
              <a:buClrTx/>
            </a:pPr>
            <a:endParaRPr kumimoji="0" lang="en-US" altLang="en-US" sz="1800" b="0" i="0" u="none" strike="noStrike" cap="none" normalizeH="0" baseline="0" dirty="0">
              <a:ln>
                <a:noFill/>
              </a:ln>
              <a:solidFill>
                <a:schemeClr val="tx1"/>
              </a:solidFill>
              <a:effectLst/>
              <a:latin typeface="+mj-lt"/>
            </a:endParaRPr>
          </a:p>
          <a:p>
            <a:pPr defTabSz="914400" eaLnBrk="0" fontAlgn="base" hangingPunct="0">
              <a:lnSpc>
                <a:spcPct val="100000"/>
              </a:lnSpc>
              <a:spcBef>
                <a:spcPct val="0"/>
              </a:spcBef>
              <a:spcAft>
                <a:spcPct val="0"/>
              </a:spcAft>
              <a:buClrTx/>
            </a:pPr>
            <a:r>
              <a:rPr kumimoji="0" lang="en-US" altLang="en-US" sz="1800" b="0" i="0" u="none" strike="noStrike" cap="none" normalizeH="0" baseline="0" dirty="0">
                <a:ln>
                  <a:noFill/>
                </a:ln>
                <a:solidFill>
                  <a:schemeClr val="tx1"/>
                </a:solidFill>
                <a:effectLst/>
                <a:latin typeface="+mj-lt"/>
              </a:rPr>
              <a:t>Mendonca, R., et al., 2020, </a:t>
            </a:r>
            <a:r>
              <a:rPr kumimoji="0" lang="en-US" altLang="en-US" sz="1800" b="1" i="0" u="none" strike="noStrike" cap="none" normalizeH="0" baseline="0" dirty="0">
                <a:ln>
                  <a:noFill/>
                </a:ln>
                <a:solidFill>
                  <a:schemeClr val="tx1"/>
                </a:solidFill>
                <a:effectLst/>
                <a:latin typeface="+mj-lt"/>
              </a:rPr>
              <a:t>Meta-reinforcement learning robust to distributional shift via model identification and experience relabeling</a:t>
            </a:r>
            <a:r>
              <a:rPr kumimoji="0" lang="en-US" altLang="en-US" sz="1800" b="0" i="0" u="none" strike="noStrike" cap="none" normalizeH="0" baseline="0" dirty="0">
                <a:ln>
                  <a:noFill/>
                </a:ln>
                <a:solidFill>
                  <a:schemeClr val="tx1"/>
                </a:solidFill>
                <a:effectLst/>
                <a:latin typeface="+mj-lt"/>
              </a:rPr>
              <a:t>, </a:t>
            </a:r>
            <a:r>
              <a:rPr kumimoji="0" lang="en-US" altLang="en-US" sz="1800" b="0" i="1" u="none" strike="noStrike" cap="none" normalizeH="0" baseline="0" dirty="0" err="1">
                <a:ln>
                  <a:noFill/>
                </a:ln>
                <a:solidFill>
                  <a:schemeClr val="tx1"/>
                </a:solidFill>
                <a:effectLst/>
                <a:latin typeface="+mj-lt"/>
              </a:rPr>
              <a:t>arXiv</a:t>
            </a:r>
            <a:r>
              <a:rPr kumimoji="0" lang="en-US" altLang="en-US" sz="1800" b="0" i="1" u="none" strike="noStrike" cap="none" normalizeH="0" baseline="0" dirty="0">
                <a:ln>
                  <a:noFill/>
                </a:ln>
                <a:solidFill>
                  <a:schemeClr val="tx1"/>
                </a:solidFill>
                <a:effectLst/>
                <a:latin typeface="+mj-lt"/>
              </a:rPr>
              <a:t> preprint arXiv:2006.07178</a:t>
            </a:r>
          </a:p>
          <a:p>
            <a:pPr defTabSz="914400" eaLnBrk="0" fontAlgn="base" hangingPunct="0">
              <a:lnSpc>
                <a:spcPct val="100000"/>
              </a:lnSpc>
              <a:spcBef>
                <a:spcPct val="0"/>
              </a:spcBef>
              <a:spcAft>
                <a:spcPct val="0"/>
              </a:spcAft>
              <a:buClrTx/>
            </a:pPr>
            <a:endParaRPr kumimoji="0" lang="en-US" altLang="en-US" sz="1800" b="0" i="0" u="none" strike="noStrike" cap="none" normalizeH="0" baseline="0" dirty="0">
              <a:ln>
                <a:noFill/>
              </a:ln>
              <a:solidFill>
                <a:schemeClr val="tx1"/>
              </a:solidFill>
              <a:effectLst/>
              <a:latin typeface="+mj-lt"/>
            </a:endParaRPr>
          </a:p>
          <a:p>
            <a:pPr defTabSz="914400" eaLnBrk="0" fontAlgn="base" hangingPunct="0">
              <a:lnSpc>
                <a:spcPct val="100000"/>
              </a:lnSpc>
              <a:spcBef>
                <a:spcPct val="0"/>
              </a:spcBef>
              <a:spcAft>
                <a:spcPct val="0"/>
              </a:spcAft>
              <a:buClrTx/>
            </a:pPr>
            <a:r>
              <a:rPr lang="en-US" altLang="en-US" sz="1800" dirty="0">
                <a:latin typeface="+mj-lt"/>
              </a:rPr>
              <a:t>Kirk, R., et al., 2021, </a:t>
            </a:r>
            <a:r>
              <a:rPr kumimoji="0" lang="en-US" altLang="en-US" sz="1800" b="1" i="0" u="none" strike="noStrike" cap="none" normalizeH="0" baseline="0" dirty="0">
                <a:ln>
                  <a:noFill/>
                </a:ln>
                <a:solidFill>
                  <a:schemeClr val="tx1"/>
                </a:solidFill>
                <a:effectLst/>
                <a:latin typeface="+mj-lt"/>
              </a:rPr>
              <a:t>A Survey of </a:t>
            </a:r>
            <a:r>
              <a:rPr kumimoji="0" lang="en-US" altLang="en-US" sz="1800" b="1" i="0" u="none" strike="noStrike" cap="none" normalizeH="0" baseline="0" dirty="0" err="1">
                <a:ln>
                  <a:noFill/>
                </a:ln>
                <a:solidFill>
                  <a:schemeClr val="tx1"/>
                </a:solidFill>
                <a:effectLst/>
                <a:latin typeface="+mj-lt"/>
              </a:rPr>
              <a:t>Generalisation</a:t>
            </a:r>
            <a:r>
              <a:rPr kumimoji="0" lang="en-US" altLang="en-US" sz="1800" b="1" i="0" u="none" strike="noStrike" cap="none" normalizeH="0" baseline="0" dirty="0">
                <a:ln>
                  <a:noFill/>
                </a:ln>
                <a:solidFill>
                  <a:schemeClr val="tx1"/>
                </a:solidFill>
                <a:effectLst/>
                <a:latin typeface="+mj-lt"/>
              </a:rPr>
              <a:t> in Deep Reinforcement Learning</a:t>
            </a:r>
            <a:r>
              <a:rPr kumimoji="0" lang="en-US" altLang="en-US" sz="1800" b="0" i="0" u="none" strike="noStrike" cap="none" normalizeH="0" baseline="0" dirty="0">
                <a:ln>
                  <a:noFill/>
                </a:ln>
                <a:solidFill>
                  <a:schemeClr val="tx1"/>
                </a:solidFill>
                <a:effectLst/>
                <a:latin typeface="+mj-lt"/>
              </a:rPr>
              <a:t>, arXiv:2111.09794 [cs]</a:t>
            </a:r>
          </a:p>
          <a:p>
            <a:pPr defTabSz="914400" eaLnBrk="0" fontAlgn="base" hangingPunct="0">
              <a:lnSpc>
                <a:spcPct val="100000"/>
              </a:lnSpc>
              <a:spcBef>
                <a:spcPct val="0"/>
              </a:spcBef>
              <a:spcAft>
                <a:spcPct val="0"/>
              </a:spcAft>
              <a:buClrTx/>
            </a:pPr>
            <a:endParaRPr lang="en-US" sz="1800" dirty="0">
              <a:latin typeface="+mj-lt"/>
            </a:endParaRPr>
          </a:p>
          <a:p>
            <a:pPr defTabSz="914400" eaLnBrk="0" fontAlgn="base" hangingPunct="0">
              <a:lnSpc>
                <a:spcPct val="100000"/>
              </a:lnSpc>
              <a:spcBef>
                <a:spcPct val="0"/>
              </a:spcBef>
              <a:spcAft>
                <a:spcPct val="0"/>
              </a:spcAft>
              <a:buClrTx/>
            </a:pPr>
            <a:r>
              <a:rPr lang="en-US" sz="1800" dirty="0">
                <a:latin typeface="+mj-lt"/>
              </a:rPr>
              <a:t>François-</a:t>
            </a:r>
            <a:r>
              <a:rPr lang="en-US" sz="1800" dirty="0" err="1">
                <a:latin typeface="+mj-lt"/>
              </a:rPr>
              <a:t>Lavet</a:t>
            </a:r>
            <a:r>
              <a:rPr lang="en-US" sz="1800" dirty="0">
                <a:latin typeface="+mj-lt"/>
              </a:rPr>
              <a:t>, V., Henderson, P., Islam, R., Bellemare, M. G., &amp; </a:t>
            </a:r>
            <a:r>
              <a:rPr lang="en-US" sz="1800" dirty="0" err="1">
                <a:latin typeface="+mj-lt"/>
              </a:rPr>
              <a:t>Pineau</a:t>
            </a:r>
            <a:r>
              <a:rPr lang="en-US" sz="1800" dirty="0">
                <a:latin typeface="+mj-lt"/>
              </a:rPr>
              <a:t>, J. (2018). </a:t>
            </a:r>
            <a:r>
              <a:rPr lang="en-US" sz="1800" b="1" dirty="0">
                <a:latin typeface="+mj-lt"/>
              </a:rPr>
              <a:t>An introduction to deep reinforcement learning</a:t>
            </a:r>
            <a:r>
              <a:rPr lang="en-US" sz="1800" dirty="0">
                <a:latin typeface="+mj-lt"/>
              </a:rPr>
              <a:t>. </a:t>
            </a:r>
            <a:r>
              <a:rPr lang="en-US" sz="1800" i="1" dirty="0">
                <a:latin typeface="+mj-lt"/>
              </a:rPr>
              <a:t>Foundations and Trends® in Machine Learning</a:t>
            </a:r>
            <a:r>
              <a:rPr lang="en-US" sz="1800" dirty="0">
                <a:latin typeface="+mj-lt"/>
              </a:rPr>
              <a:t>, </a:t>
            </a:r>
            <a:r>
              <a:rPr lang="en-US" sz="1800" i="1" dirty="0">
                <a:latin typeface="+mj-lt"/>
              </a:rPr>
              <a:t>11</a:t>
            </a:r>
            <a:r>
              <a:rPr lang="en-US" sz="1800" dirty="0">
                <a:latin typeface="+mj-lt"/>
              </a:rPr>
              <a:t>(3-4), 219-354.</a:t>
            </a:r>
          </a:p>
        </p:txBody>
      </p:sp>
    </p:spTree>
    <p:extLst>
      <p:ext uri="{BB962C8B-B14F-4D97-AF65-F5344CB8AC3E}">
        <p14:creationId xmlns:p14="http://schemas.microsoft.com/office/powerpoint/2010/main" val="4262487426"/>
      </p:ext>
    </p:extLst>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A705BBA8-BCF0-4819-BCCF-04E712A31C5C}"/>
              </a:ext>
            </a:extLst>
          </p:cNvPr>
          <p:cNvSpPr>
            <a:spLocks noGrp="1"/>
          </p:cNvSpPr>
          <p:nvPr>
            <p:ph type="body" sz="quarter" idx="13"/>
          </p:nvPr>
        </p:nvSpPr>
        <p:spPr>
          <a:xfrm>
            <a:off x="358774" y="1022286"/>
            <a:ext cx="11645657" cy="5662704"/>
          </a:xfrm>
        </p:spPr>
        <p:txBody>
          <a:bodyPr/>
          <a:lstStyle/>
          <a:p>
            <a:r>
              <a:rPr lang="en-US" sz="1600" dirty="0"/>
              <a:t>Xu, Z., van Hasselt, H. P., Hessel, M., Oh, J., Singh, S., &amp; Silver, D. (2020). </a:t>
            </a:r>
            <a:r>
              <a:rPr lang="en-US" sz="1600" b="1" dirty="0"/>
              <a:t>Meta-gradient reinforcement learning with an objective discovered online</a:t>
            </a:r>
            <a:r>
              <a:rPr lang="en-US" sz="1600" dirty="0"/>
              <a:t>. </a:t>
            </a:r>
            <a:r>
              <a:rPr lang="en-US" sz="1600" i="1" dirty="0"/>
              <a:t>Advances in Neural Information Processing Systems</a:t>
            </a:r>
            <a:r>
              <a:rPr lang="en-US" sz="1600" dirty="0"/>
              <a:t>, </a:t>
            </a:r>
            <a:r>
              <a:rPr lang="en-US" sz="1600" i="1" dirty="0"/>
              <a:t>33</a:t>
            </a:r>
            <a:r>
              <a:rPr lang="en-US" sz="1600" dirty="0"/>
              <a:t>, 15254-15264.</a:t>
            </a:r>
          </a:p>
          <a:p>
            <a:r>
              <a:rPr lang="en-US" sz="1600" dirty="0" err="1"/>
              <a:t>Nagabandi</a:t>
            </a:r>
            <a:r>
              <a:rPr lang="en-US" sz="1600" dirty="0"/>
              <a:t>, A., </a:t>
            </a:r>
            <a:r>
              <a:rPr lang="en-US" sz="1600" dirty="0" err="1"/>
              <a:t>Clavera</a:t>
            </a:r>
            <a:r>
              <a:rPr lang="en-US" sz="1600" dirty="0"/>
              <a:t>, I., Liu, S., Fearing, R. S., </a:t>
            </a:r>
            <a:r>
              <a:rPr lang="en-US" sz="1600" dirty="0" err="1"/>
              <a:t>Abbeel</a:t>
            </a:r>
            <a:r>
              <a:rPr lang="en-US" sz="1600" dirty="0"/>
              <a:t>, P., Levine, S., &amp; Finn, C. (2018, September). </a:t>
            </a:r>
            <a:r>
              <a:rPr lang="en-US" sz="1600" b="1" dirty="0"/>
              <a:t>Learning to Adapt in Dynamic, Real-World Environments through Meta-Reinforcement Learning.</a:t>
            </a:r>
            <a:r>
              <a:rPr lang="en-US" sz="1600" dirty="0"/>
              <a:t> In </a:t>
            </a:r>
            <a:r>
              <a:rPr lang="en-US" sz="1600" i="1" dirty="0"/>
              <a:t>International Conference on Learning Representations</a:t>
            </a:r>
            <a:r>
              <a:rPr lang="en-US" sz="1600" dirty="0"/>
              <a:t>.</a:t>
            </a:r>
          </a:p>
          <a:p>
            <a:r>
              <a:rPr lang="en-US" sz="1600" dirty="0"/>
              <a:t>Mitchell, E., </a:t>
            </a:r>
            <a:r>
              <a:rPr lang="en-US" sz="1600" dirty="0" err="1"/>
              <a:t>Rafailov</a:t>
            </a:r>
            <a:r>
              <a:rPr lang="en-US" sz="1600" dirty="0"/>
              <a:t>, R., Peng, X. B., Levine, S., &amp; Finn, C. (2021, July). </a:t>
            </a:r>
            <a:r>
              <a:rPr lang="en-US" sz="1600" b="1" dirty="0"/>
              <a:t>Offline meta-reinforcement learning with advantage weighting. </a:t>
            </a:r>
            <a:r>
              <a:rPr lang="en-US" sz="1600" dirty="0"/>
              <a:t>In </a:t>
            </a:r>
            <a:r>
              <a:rPr lang="en-US" sz="1600" i="1" dirty="0"/>
              <a:t>International Conference on Machine Learning</a:t>
            </a:r>
            <a:r>
              <a:rPr lang="en-US" sz="1600" dirty="0"/>
              <a:t> (pp. 7780-7791). PMLR.</a:t>
            </a:r>
          </a:p>
          <a:p>
            <a:r>
              <a:rPr lang="en-US" sz="1600" dirty="0" err="1"/>
              <a:t>Fakoor</a:t>
            </a:r>
            <a:r>
              <a:rPr lang="en-US" sz="1600" dirty="0"/>
              <a:t>, R., Chaudhari, P., </a:t>
            </a:r>
            <a:r>
              <a:rPr lang="en-US" sz="1600" dirty="0" err="1"/>
              <a:t>Soatto</a:t>
            </a:r>
            <a:r>
              <a:rPr lang="en-US" sz="1600" dirty="0"/>
              <a:t>, S., &amp; </a:t>
            </a:r>
            <a:r>
              <a:rPr lang="en-US" sz="1600" dirty="0" err="1"/>
              <a:t>Smola</a:t>
            </a:r>
            <a:r>
              <a:rPr lang="en-US" sz="1600" dirty="0"/>
              <a:t>, A. J. (2019, September). </a:t>
            </a:r>
            <a:r>
              <a:rPr lang="en-US" sz="1600" b="1" dirty="0"/>
              <a:t>Meta-Q-Learning. In </a:t>
            </a:r>
            <a:r>
              <a:rPr lang="en-US" sz="1600" b="1" i="1" dirty="0"/>
              <a:t>International Conference on Learning Representations</a:t>
            </a:r>
            <a:r>
              <a:rPr lang="en-US" sz="1600" b="1" dirty="0"/>
              <a:t>.</a:t>
            </a:r>
          </a:p>
          <a:p>
            <a:r>
              <a:rPr lang="en-US" sz="1600" dirty="0" err="1"/>
              <a:t>Hospedales</a:t>
            </a:r>
            <a:r>
              <a:rPr lang="en-US" sz="1600" dirty="0"/>
              <a:t>, T., Antoniou, A., </a:t>
            </a:r>
            <a:r>
              <a:rPr lang="en-US" sz="1600" dirty="0" err="1"/>
              <a:t>Micaelli</a:t>
            </a:r>
            <a:r>
              <a:rPr lang="en-US" sz="1600" dirty="0"/>
              <a:t>, P., &amp; </a:t>
            </a:r>
            <a:r>
              <a:rPr lang="en-US" sz="1600" dirty="0" err="1"/>
              <a:t>Storkey</a:t>
            </a:r>
            <a:r>
              <a:rPr lang="en-US" sz="1600" dirty="0"/>
              <a:t>, A. (2021). </a:t>
            </a:r>
            <a:r>
              <a:rPr lang="en-US" sz="1600" b="1" dirty="0"/>
              <a:t>Meta-learning in neural networks: A survey</a:t>
            </a:r>
            <a:r>
              <a:rPr lang="en-US" sz="1600" dirty="0"/>
              <a:t>. </a:t>
            </a:r>
            <a:r>
              <a:rPr lang="en-US" sz="1600" i="1" dirty="0"/>
              <a:t>IEEE transactions on pattern analysis and machine intelligence</a:t>
            </a:r>
            <a:r>
              <a:rPr lang="en-US" sz="1600" dirty="0"/>
              <a:t>, </a:t>
            </a:r>
            <a:r>
              <a:rPr lang="en-US" sz="1600" i="1" dirty="0"/>
              <a:t>44</a:t>
            </a:r>
            <a:r>
              <a:rPr lang="en-US" sz="1600" dirty="0"/>
              <a:t>(9), 5149-5169.</a:t>
            </a:r>
          </a:p>
          <a:p>
            <a:r>
              <a:rPr lang="en-US" sz="1600" dirty="0"/>
              <a:t>Sutton, R. S. (1992, July). </a:t>
            </a:r>
            <a:r>
              <a:rPr lang="en-US" sz="1600" b="1" dirty="0"/>
              <a:t>Adapting bias by gradient descent: An incremental version of delta-bar-delta.</a:t>
            </a:r>
            <a:r>
              <a:rPr lang="en-US" sz="1600" dirty="0"/>
              <a:t> In </a:t>
            </a:r>
            <a:r>
              <a:rPr lang="en-US" sz="1600" i="1" dirty="0"/>
              <a:t>AAAI</a:t>
            </a:r>
            <a:r>
              <a:rPr lang="en-US" sz="1600" dirty="0"/>
              <a:t> (pp. 171-176).</a:t>
            </a:r>
          </a:p>
        </p:txBody>
      </p:sp>
      <p:sp>
        <p:nvSpPr>
          <p:cNvPr id="3" name="Title 2">
            <a:extLst>
              <a:ext uri="{FF2B5EF4-FFF2-40B4-BE49-F238E27FC236}">
                <a16:creationId xmlns:a16="http://schemas.microsoft.com/office/drawing/2014/main" id="{359DCA14-D20C-4E18-8546-D14801598CA5}"/>
              </a:ext>
            </a:extLst>
          </p:cNvPr>
          <p:cNvSpPr>
            <a:spLocks noGrp="1"/>
          </p:cNvSpPr>
          <p:nvPr>
            <p:ph type="title"/>
          </p:nvPr>
        </p:nvSpPr>
        <p:spPr>
          <a:xfrm>
            <a:off x="358774" y="290104"/>
            <a:ext cx="10514014" cy="537872"/>
          </a:xfrm>
        </p:spPr>
        <p:txBody>
          <a:bodyPr/>
          <a:lstStyle/>
          <a:p>
            <a:r>
              <a:rPr lang="en-US" sz="3200" dirty="0"/>
              <a:t>Papers on Meta-Reinforcement Learning</a:t>
            </a:r>
          </a:p>
        </p:txBody>
      </p:sp>
    </p:spTree>
    <p:extLst>
      <p:ext uri="{BB962C8B-B14F-4D97-AF65-F5344CB8AC3E}">
        <p14:creationId xmlns:p14="http://schemas.microsoft.com/office/powerpoint/2010/main" val="2570576520"/>
      </p:ext>
    </p:extLst>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CD738C8-7585-D069-3556-0F79D4112BDC}"/>
              </a:ext>
            </a:extLst>
          </p:cNvPr>
          <p:cNvSpPr>
            <a:spLocks noGrp="1"/>
          </p:cNvSpPr>
          <p:nvPr>
            <p:ph type="body" sz="quarter" idx="13"/>
          </p:nvPr>
        </p:nvSpPr>
        <p:spPr>
          <a:xfrm>
            <a:off x="478369" y="1225486"/>
            <a:ext cx="11474451" cy="4345036"/>
          </a:xfrm>
        </p:spPr>
        <p:txBody>
          <a:bodyPr/>
          <a:lstStyle/>
          <a:p>
            <a:r>
              <a:rPr lang="en-US" b="1" dirty="0"/>
              <a:t>[1]</a:t>
            </a:r>
            <a:r>
              <a:rPr lang="en-US" dirty="0"/>
              <a:t> Yufei Ye, Chen Wang, Dhruv Shah, Jitendra Malik, Sergey Levine. </a:t>
            </a:r>
            <a:r>
              <a:rPr lang="en-US" i="1" dirty="0" err="1"/>
              <a:t>ViNT</a:t>
            </a:r>
            <a:r>
              <a:rPr lang="en-US" i="1" dirty="0"/>
              <a:t>: A Foundation Model for Visual Navigation.</a:t>
            </a:r>
            <a:r>
              <a:rPr lang="en-US" dirty="0"/>
              <a:t> </a:t>
            </a:r>
            <a:r>
              <a:rPr lang="en-US" dirty="0" err="1"/>
              <a:t>arXiv</a:t>
            </a:r>
            <a:r>
              <a:rPr lang="en-US" dirty="0"/>
              <a:t> preprint arXiv:2306.14846, 2023. Available at: </a:t>
            </a:r>
            <a:r>
              <a:rPr lang="en-US" dirty="0">
                <a:hlinkClick r:id="rId2"/>
              </a:rPr>
              <a:t>https://arxiv.org/abs/2306.14846</a:t>
            </a:r>
            <a:endParaRPr lang="en-US" dirty="0"/>
          </a:p>
          <a:p>
            <a:r>
              <a:rPr lang="en-US" b="1" dirty="0"/>
              <a:t>[2]</a:t>
            </a:r>
            <a:r>
              <a:rPr lang="en-US" dirty="0"/>
              <a:t> </a:t>
            </a:r>
            <a:r>
              <a:rPr lang="en-US" dirty="0" err="1"/>
              <a:t>Wenxuan</a:t>
            </a:r>
            <a:r>
              <a:rPr lang="en-US" dirty="0"/>
              <a:t> Zhou, Zihan Ding, </a:t>
            </a:r>
            <a:r>
              <a:rPr lang="en-US" dirty="0" err="1"/>
              <a:t>Penghao</a:t>
            </a:r>
            <a:r>
              <a:rPr lang="en-US" dirty="0"/>
              <a:t> Wu, Xinyu Huang, </a:t>
            </a:r>
            <a:r>
              <a:rPr lang="en-US" dirty="0" err="1"/>
              <a:t>Jiankai</a:t>
            </a:r>
            <a:r>
              <a:rPr lang="en-US" dirty="0"/>
              <a:t> Sun, et al. </a:t>
            </a:r>
            <a:r>
              <a:rPr lang="en-US" i="1" dirty="0" err="1"/>
              <a:t>NavFoM</a:t>
            </a:r>
            <a:r>
              <a:rPr lang="en-US" i="1" dirty="0"/>
              <a:t>: Embodied Navigation Foundation Model.</a:t>
            </a:r>
            <a:r>
              <a:rPr lang="en-US" dirty="0"/>
              <a:t> </a:t>
            </a:r>
            <a:r>
              <a:rPr lang="en-US" dirty="0" err="1"/>
              <a:t>arXiv</a:t>
            </a:r>
            <a:r>
              <a:rPr lang="en-US" dirty="0"/>
              <a:t> preprint arXiv:2509.12129, 2025. Available at: </a:t>
            </a:r>
            <a:r>
              <a:rPr lang="en-US" dirty="0">
                <a:hlinkClick r:id="rId3"/>
              </a:rPr>
              <a:t>https://arxiv.org/abs/2509.12129</a:t>
            </a:r>
            <a:endParaRPr lang="en-US" dirty="0"/>
          </a:p>
          <a:p>
            <a:r>
              <a:rPr lang="en-US" b="1" dirty="0"/>
              <a:t>[3]</a:t>
            </a:r>
            <a:r>
              <a:rPr lang="en-US" dirty="0"/>
              <a:t> Yiming Zhao, </a:t>
            </a:r>
            <a:r>
              <a:rPr lang="en-US" dirty="0" err="1"/>
              <a:t>Hanjun</a:t>
            </a:r>
            <a:r>
              <a:rPr lang="en-US" dirty="0"/>
              <a:t> Dai, Zijian Dong, </a:t>
            </a:r>
            <a:r>
              <a:rPr lang="en-US" dirty="0" err="1"/>
              <a:t>Kaizhi</a:t>
            </a:r>
            <a:r>
              <a:rPr lang="en-US" dirty="0"/>
              <a:t> Wang, H. Su. </a:t>
            </a:r>
            <a:r>
              <a:rPr lang="en-US" i="1" dirty="0"/>
              <a:t>SARO: Space-Aware Robot System.</a:t>
            </a:r>
            <a:r>
              <a:rPr lang="en-US" dirty="0"/>
              <a:t> </a:t>
            </a:r>
            <a:r>
              <a:rPr lang="en-US" dirty="0" err="1"/>
              <a:t>arXiv</a:t>
            </a:r>
            <a:r>
              <a:rPr lang="en-US" dirty="0"/>
              <a:t> preprint arXiv:2407.16412, 2024. Available at: </a:t>
            </a:r>
            <a:r>
              <a:rPr lang="en-US" dirty="0">
                <a:hlinkClick r:id="rId4"/>
              </a:rPr>
              <a:t>https://arxiv.org/abs/2407.16412</a:t>
            </a:r>
            <a:endParaRPr lang="en-US" dirty="0"/>
          </a:p>
          <a:p>
            <a:r>
              <a:rPr lang="en-US" b="1" dirty="0"/>
              <a:t>[4]</a:t>
            </a:r>
            <a:r>
              <a:rPr lang="en-US" dirty="0"/>
              <a:t> Mingyu Lee, </a:t>
            </a:r>
            <a:r>
              <a:rPr lang="en-US" dirty="0" err="1"/>
              <a:t>Hyunwoo</a:t>
            </a:r>
            <a:r>
              <a:rPr lang="en-US" dirty="0"/>
              <a:t> Park, Yixuan Li, Dinesh Jayaraman. </a:t>
            </a:r>
            <a:r>
              <a:rPr lang="en-US" i="1" dirty="0"/>
              <a:t>Words to Wheels: Vision-Based Autonomous Driving via Foundation Models.</a:t>
            </a:r>
            <a:r>
              <a:rPr lang="en-US" dirty="0"/>
              <a:t> </a:t>
            </a:r>
            <a:r>
              <a:rPr lang="en-US" dirty="0" err="1"/>
              <a:t>arXiv</a:t>
            </a:r>
            <a:r>
              <a:rPr lang="en-US" dirty="0"/>
              <a:t> preprint arXiv:2410.10577, 2024. Available at: </a:t>
            </a:r>
            <a:r>
              <a:rPr lang="en-US" dirty="0">
                <a:hlinkClick r:id="rId5"/>
              </a:rPr>
              <a:t>https://arxiv.org/abs/2410.10577</a:t>
            </a:r>
            <a:endParaRPr lang="en-US" dirty="0"/>
          </a:p>
          <a:p>
            <a:r>
              <a:rPr lang="en-US" b="1" dirty="0"/>
              <a:t>[5]</a:t>
            </a:r>
            <a:r>
              <a:rPr lang="en-US" dirty="0"/>
              <a:t> Naver Labs Europe. </a:t>
            </a:r>
            <a:r>
              <a:rPr lang="en-US" i="1" dirty="0"/>
              <a:t>Foundation Models for Robot Navigation.</a:t>
            </a:r>
            <a:r>
              <a:rPr lang="en-US" dirty="0"/>
              <a:t> Naver Labs Europe Research, 2024. Available at: </a:t>
            </a:r>
            <a:r>
              <a:rPr lang="en-US" dirty="0">
                <a:hlinkClick r:id="rId6"/>
              </a:rPr>
              <a:t>https://europe.naverlabs.com/research/foundation-models-for-robot-navigation/</a:t>
            </a:r>
            <a:endParaRPr lang="en-US" dirty="0"/>
          </a:p>
          <a:p>
            <a:endParaRPr lang="en-US" dirty="0"/>
          </a:p>
        </p:txBody>
      </p:sp>
      <p:sp>
        <p:nvSpPr>
          <p:cNvPr id="3" name="Title 2">
            <a:extLst>
              <a:ext uri="{FF2B5EF4-FFF2-40B4-BE49-F238E27FC236}">
                <a16:creationId xmlns:a16="http://schemas.microsoft.com/office/drawing/2014/main" id="{F912CB89-3BB2-E4AE-0F80-ED0897062629}"/>
              </a:ext>
            </a:extLst>
          </p:cNvPr>
          <p:cNvSpPr>
            <a:spLocks noGrp="1"/>
          </p:cNvSpPr>
          <p:nvPr>
            <p:ph type="title"/>
          </p:nvPr>
        </p:nvSpPr>
        <p:spPr>
          <a:xfrm>
            <a:off x="478369" y="325388"/>
            <a:ext cx="10514014" cy="598951"/>
          </a:xfrm>
        </p:spPr>
        <p:txBody>
          <a:bodyPr/>
          <a:lstStyle/>
          <a:p>
            <a:r>
              <a:rPr lang="en-US" sz="2400" dirty="0"/>
              <a:t>Papers on Foundation Models</a:t>
            </a:r>
            <a:endParaRPr lang="en-US" dirty="0"/>
          </a:p>
        </p:txBody>
      </p:sp>
    </p:spTree>
    <p:extLst>
      <p:ext uri="{BB962C8B-B14F-4D97-AF65-F5344CB8AC3E}">
        <p14:creationId xmlns:p14="http://schemas.microsoft.com/office/powerpoint/2010/main" val="340469901"/>
      </p:ext>
    </p:extLst>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554182" y="259663"/>
            <a:ext cx="9698039" cy="747100"/>
          </a:xfrm>
        </p:spPr>
        <p:txBody>
          <a:bodyPr/>
          <a:lstStyle/>
          <a:p>
            <a:r>
              <a:rPr lang="en-US" dirty="0"/>
              <a:t>Work, Deliverables and Grading</a:t>
            </a:r>
          </a:p>
        </p:txBody>
      </p:sp>
      <p:sp>
        <p:nvSpPr>
          <p:cNvPr id="2" name="Slide Number Placeholder 1">
            <a:extLst>
              <a:ext uri="{FF2B5EF4-FFF2-40B4-BE49-F238E27FC236}">
                <a16:creationId xmlns:a16="http://schemas.microsoft.com/office/drawing/2014/main" id="{55D72F91-0197-40C2-95F0-988135704F92}"/>
              </a:ext>
            </a:extLst>
          </p:cNvPr>
          <p:cNvSpPr>
            <a:spLocks noGrp="1"/>
          </p:cNvSpPr>
          <p:nvPr>
            <p:ph type="sldNum" sz="quarter" idx="16"/>
          </p:nvPr>
        </p:nvSpPr>
        <p:spPr/>
        <p:txBody>
          <a:bodyPr/>
          <a:lstStyle/>
          <a:p>
            <a:fld id="{B6764590-B09C-4C10-8479-FDA70719B682}" type="slidenum">
              <a:rPr lang="de-DE" smtClean="0"/>
              <a:t>20</a:t>
            </a:fld>
            <a:endParaRPr lang="de-DE"/>
          </a:p>
        </p:txBody>
      </p:sp>
      <p:sp>
        <p:nvSpPr>
          <p:cNvPr id="8" name="Text Placeholder 7"/>
          <p:cNvSpPr>
            <a:spLocks noGrp="1"/>
          </p:cNvSpPr>
          <p:nvPr>
            <p:ph type="body" sz="quarter" idx="17"/>
          </p:nvPr>
        </p:nvSpPr>
        <p:spPr>
          <a:xfrm>
            <a:off x="554182" y="1501775"/>
            <a:ext cx="10163031" cy="3854450"/>
          </a:xfrm>
        </p:spPr>
        <p:txBody>
          <a:bodyPr/>
          <a:lstStyle/>
          <a:p>
            <a:r>
              <a:rPr lang="en-US" b="1" dirty="0"/>
              <a:t>Work:</a:t>
            </a:r>
            <a:r>
              <a:rPr lang="en-US" dirty="0"/>
              <a:t> </a:t>
            </a:r>
            <a:r>
              <a:rPr lang="en-US" b="1" dirty="0">
                <a:solidFill>
                  <a:schemeClr val="accent1"/>
                </a:solidFill>
              </a:rPr>
              <a:t>alone or in groups </a:t>
            </a:r>
            <a:r>
              <a:rPr lang="en-US" dirty="0"/>
              <a:t>on </a:t>
            </a:r>
            <a:r>
              <a:rPr lang="en-US" b="1" dirty="0">
                <a:solidFill>
                  <a:schemeClr val="accent1"/>
                </a:solidFill>
              </a:rPr>
              <a:t>one selected topic/project</a:t>
            </a:r>
            <a:r>
              <a:rPr lang="en-US" dirty="0"/>
              <a:t>.</a:t>
            </a:r>
          </a:p>
          <a:p>
            <a:r>
              <a:rPr lang="en-US" dirty="0"/>
              <a:t>Each team is supervised individually by a teaching assistant.</a:t>
            </a:r>
          </a:p>
          <a:p>
            <a:endParaRPr lang="en-US" dirty="0"/>
          </a:p>
          <a:p>
            <a:pPr marL="0" indent="0">
              <a:buNone/>
            </a:pPr>
            <a:r>
              <a:rPr lang="en-US" b="1" dirty="0"/>
              <a:t>Presentations: </a:t>
            </a:r>
            <a:r>
              <a:rPr lang="en-US" b="1" dirty="0">
                <a:solidFill>
                  <a:schemeClr val="accent1"/>
                </a:solidFill>
              </a:rPr>
              <a:t>[20% of final grade]</a:t>
            </a:r>
            <a:endParaRPr lang="en-US" b="1" dirty="0"/>
          </a:p>
          <a:p>
            <a:r>
              <a:rPr lang="en-US" dirty="0"/>
              <a:t>Intermediary Presentations</a:t>
            </a:r>
          </a:p>
          <a:p>
            <a:r>
              <a:rPr lang="en-US" dirty="0"/>
              <a:t>Final Presentation</a:t>
            </a:r>
          </a:p>
          <a:p>
            <a:endParaRPr lang="en-US" dirty="0"/>
          </a:p>
          <a:p>
            <a:pPr marL="0" indent="0">
              <a:buNone/>
            </a:pPr>
            <a:r>
              <a:rPr lang="en-US" b="1" dirty="0"/>
              <a:t>Written deliverables:</a:t>
            </a:r>
            <a:r>
              <a:rPr lang="en-US" b="1" dirty="0">
                <a:solidFill>
                  <a:schemeClr val="accent1"/>
                </a:solidFill>
              </a:rPr>
              <a:t> [80% of final grade]</a:t>
            </a:r>
            <a:endParaRPr lang="en-US" b="1" dirty="0"/>
          </a:p>
          <a:p>
            <a:r>
              <a:rPr lang="en-US" dirty="0"/>
              <a:t>Final report on findings </a:t>
            </a:r>
            <a:r>
              <a:rPr lang="en-US" b="1" dirty="0"/>
              <a:t> </a:t>
            </a:r>
          </a:p>
          <a:p>
            <a:pPr lvl="1"/>
            <a:r>
              <a:rPr lang="en-US" sz="1600" dirty="0"/>
              <a:t>Length: 6 to 10 pages ACM Format per team written on Overleaf</a:t>
            </a:r>
          </a:p>
          <a:p>
            <a:pPr lvl="1"/>
            <a:r>
              <a:rPr lang="en-US" sz="1600" dirty="0"/>
              <a:t>Some parts must be attributable to each individual author</a:t>
            </a:r>
            <a:endParaRPr lang="en-US" dirty="0"/>
          </a:p>
        </p:txBody>
      </p:sp>
    </p:spTree>
    <p:extLst>
      <p:ext uri="{BB962C8B-B14F-4D97-AF65-F5344CB8AC3E}">
        <p14:creationId xmlns:p14="http://schemas.microsoft.com/office/powerpoint/2010/main" val="297145482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AE0E452-26B0-460A-B081-04D06E2B7098}"/>
              </a:ext>
            </a:extLst>
          </p:cNvPr>
          <p:cNvSpPr>
            <a:spLocks noGrp="1"/>
          </p:cNvSpPr>
          <p:nvPr>
            <p:ph type="title"/>
          </p:nvPr>
        </p:nvSpPr>
        <p:spPr>
          <a:xfrm>
            <a:off x="825211" y="273518"/>
            <a:ext cx="9698039" cy="747100"/>
          </a:xfrm>
        </p:spPr>
        <p:txBody>
          <a:bodyPr/>
          <a:lstStyle/>
          <a:p>
            <a:r>
              <a:rPr lang="en-US" dirty="0"/>
              <a:t>Next Tasks</a:t>
            </a:r>
          </a:p>
        </p:txBody>
      </p:sp>
      <p:sp>
        <p:nvSpPr>
          <p:cNvPr id="2" name="Text Placeholder 1">
            <a:extLst>
              <a:ext uri="{FF2B5EF4-FFF2-40B4-BE49-F238E27FC236}">
                <a16:creationId xmlns:a16="http://schemas.microsoft.com/office/drawing/2014/main" id="{30A3D1D6-E75E-4B89-9314-53896EF2BC89}"/>
              </a:ext>
            </a:extLst>
          </p:cNvPr>
          <p:cNvSpPr>
            <a:spLocks noGrp="1"/>
          </p:cNvSpPr>
          <p:nvPr>
            <p:ph type="body" sz="quarter" idx="17"/>
          </p:nvPr>
        </p:nvSpPr>
        <p:spPr>
          <a:xfrm>
            <a:off x="1497806" y="1742786"/>
            <a:ext cx="9196388" cy="3854450"/>
          </a:xfrm>
        </p:spPr>
        <p:txBody>
          <a:bodyPr/>
          <a:lstStyle/>
          <a:p>
            <a:pPr marL="457200" indent="-457200">
              <a:buFont typeface="+mj-lt"/>
              <a:buAutoNum type="arabicPeriod"/>
            </a:pPr>
            <a:r>
              <a:rPr lang="en-US" dirty="0"/>
              <a:t>Send an email to </a:t>
            </a:r>
            <a:r>
              <a:rPr lang="en-US" dirty="0">
                <a:hlinkClick r:id="rId2"/>
              </a:rPr>
              <a:t>christian.adriano@hpi.de</a:t>
            </a:r>
            <a:endParaRPr lang="en-US" dirty="0"/>
          </a:p>
          <a:p>
            <a:pPr marL="457200" indent="-457200">
              <a:buFont typeface="+mj-lt"/>
              <a:buAutoNum type="arabicPeriod"/>
            </a:pPr>
            <a:r>
              <a:rPr lang="en-US" dirty="0"/>
              <a:t>Accept invitation to Slack, Zotero, and GitHub project</a:t>
            </a:r>
          </a:p>
          <a:p>
            <a:pPr marL="457200" indent="-457200">
              <a:buFont typeface="+mj-lt"/>
              <a:buAutoNum type="arabicPeriod"/>
            </a:pPr>
            <a:r>
              <a:rPr lang="en-US" dirty="0"/>
              <a:t>Give a look at the papers on Zotero and start making your personal selection</a:t>
            </a:r>
          </a:p>
          <a:p>
            <a:pPr marL="457200" indent="-457200">
              <a:buFont typeface="+mj-lt"/>
              <a:buAutoNum type="arabicPeriod"/>
            </a:pPr>
            <a:r>
              <a:rPr lang="en-US" dirty="0"/>
              <a:t>Prepare to write a gist (context, problems, approaches) of two papers for next week</a:t>
            </a:r>
          </a:p>
          <a:p>
            <a:endParaRPr lang="en-US" dirty="0"/>
          </a:p>
        </p:txBody>
      </p:sp>
    </p:spTree>
    <p:extLst>
      <p:ext uri="{BB962C8B-B14F-4D97-AF65-F5344CB8AC3E}">
        <p14:creationId xmlns:p14="http://schemas.microsoft.com/office/powerpoint/2010/main" val="7263244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6542B925-541E-4521-9899-C8A9741ACFB8}"/>
              </a:ext>
            </a:extLst>
          </p:cNvPr>
          <p:cNvSpPr>
            <a:spLocks noGrp="1"/>
          </p:cNvSpPr>
          <p:nvPr>
            <p:ph type="body" sz="quarter" idx="11"/>
          </p:nvPr>
        </p:nvSpPr>
        <p:spPr/>
        <p:txBody>
          <a:bodyPr/>
          <a:lstStyle/>
          <a:p>
            <a:endParaRPr lang="en-US"/>
          </a:p>
        </p:txBody>
      </p:sp>
      <p:sp>
        <p:nvSpPr>
          <p:cNvPr id="4" name="Title 3">
            <a:extLst>
              <a:ext uri="{FF2B5EF4-FFF2-40B4-BE49-F238E27FC236}">
                <a16:creationId xmlns:a16="http://schemas.microsoft.com/office/drawing/2014/main" id="{E7EBB6C5-1871-444B-AD84-356DE1BC2905}"/>
              </a:ext>
            </a:extLst>
          </p:cNvPr>
          <p:cNvSpPr>
            <a:spLocks noGrp="1"/>
          </p:cNvSpPr>
          <p:nvPr>
            <p:ph type="ctrTitle"/>
          </p:nvPr>
        </p:nvSpPr>
        <p:spPr>
          <a:noFill/>
        </p:spPr>
        <p:txBody>
          <a:bodyPr/>
          <a:lstStyle/>
          <a:p>
            <a:r>
              <a:rPr lang="en-US" dirty="0"/>
              <a:t>END</a:t>
            </a:r>
          </a:p>
        </p:txBody>
      </p:sp>
    </p:spTree>
    <p:extLst>
      <p:ext uri="{BB962C8B-B14F-4D97-AF65-F5344CB8AC3E}">
        <p14:creationId xmlns:p14="http://schemas.microsoft.com/office/powerpoint/2010/main" val="3752993035"/>
      </p:ext>
    </p:extLst>
  </p:cSld>
  <p:clrMapOvr>
    <a:masterClrMapping/>
  </p:clrMapOvr>
  <p:transition>
    <p:fade/>
  </p:transition>
</p:sld>
</file>

<file path=ppt/theme/theme1.xml><?xml version="1.0" encoding="utf-8"?>
<a:theme xmlns:a="http://schemas.openxmlformats.org/drawingml/2006/main" name="HPI PPT-Template">
  <a:themeElements>
    <a:clrScheme name="HPI">
      <a:dk1>
        <a:srgbClr val="323232"/>
      </a:dk1>
      <a:lt1>
        <a:sysClr val="window" lastClr="FFFFFF"/>
      </a:lt1>
      <a:dk2>
        <a:srgbClr val="969696"/>
      </a:dk2>
      <a:lt2>
        <a:srgbClr val="5A6166"/>
      </a:lt2>
      <a:accent1>
        <a:srgbClr val="B1063A"/>
      </a:accent1>
      <a:accent2>
        <a:srgbClr val="DD640C"/>
      </a:accent2>
      <a:accent3>
        <a:srgbClr val="F6A800"/>
      </a:accent3>
      <a:accent4>
        <a:srgbClr val="007A9E"/>
      </a:accent4>
      <a:accent5>
        <a:srgbClr val="B4B4B4"/>
      </a:accent5>
      <a:accent6>
        <a:srgbClr val="DCDCDC"/>
      </a:accent6>
      <a:hlink>
        <a:srgbClr val="B1063A"/>
      </a:hlink>
      <a:folHlink>
        <a:srgbClr val="B1063A"/>
      </a:folHlink>
    </a:clrScheme>
    <a:fontScheme name="HPI">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ln>
          <a:noFill/>
        </a:ln>
      </a:spPr>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defPPr algn="ctr">
          <a:spcBef>
            <a:spcPts val="300"/>
          </a:spcBef>
          <a:spcAft>
            <a:spcPts val="300"/>
          </a:spcAft>
          <a:defRPr sz="1200" b="1" dirty="0" err="1" smtClean="0">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bwMode="gray">
        <a:ln>
          <a:solidFill>
            <a:schemeClr val="accent1"/>
          </a:solidFill>
        </a:ln>
      </a:spPr>
      <a:bodyPr/>
      <a:lstStyle/>
      <a:style>
        <a:lnRef idx="1">
          <a:schemeClr val="accent1"/>
        </a:lnRef>
        <a:fillRef idx="0">
          <a:schemeClr val="accent1"/>
        </a:fillRef>
        <a:effectRef idx="0">
          <a:schemeClr val="accent1"/>
        </a:effectRef>
        <a:fontRef idx="minor">
          <a:schemeClr val="tx1"/>
        </a:fontRef>
      </a:style>
    </a:lnDef>
    <a:txDef>
      <a:spPr bwMode="gray">
        <a:noFill/>
      </a:spPr>
      <a:bodyPr wrap="square" lIns="0" tIns="0" rIns="0" bIns="0" rtlCol="0">
        <a:noAutofit/>
      </a:bodyPr>
      <a:lstStyle>
        <a:defPPr marL="182563" indent="-182563">
          <a:spcBef>
            <a:spcPts val="300"/>
          </a:spcBef>
          <a:spcAft>
            <a:spcPts val="300"/>
          </a:spcAft>
          <a:buClr>
            <a:schemeClr val="accent1"/>
          </a:buClr>
          <a:buSzPct val="90000"/>
          <a:buFont typeface="Arial" panose="020B0604020202020204" pitchFamily="34" charset="0"/>
          <a:buChar char="■"/>
          <a:defRPr sz="1200" dirty="0" err="1" smtClean="0"/>
        </a:defPPr>
      </a:lstStyle>
    </a:txDef>
  </a:objectDefaults>
  <a:extraClrSchemeLst/>
  <a:extLst>
    <a:ext uri="{05A4C25C-085E-4340-85A3-A5531E510DB2}">
      <thm15:themeFamily xmlns:thm15="http://schemas.microsoft.com/office/thememl/2012/main" name="myTemplate" id="{2063BE8A-A688-4B5F-97FF-457FF8D42FC7}" vid="{880E0C7C-9943-42C8-9DD6-CE28215DC461}"/>
    </a:ext>
  </a:extLst>
</a:theme>
</file>

<file path=ppt/theme/theme2.xml><?xml version="1.0" encoding="utf-8"?>
<a:theme xmlns:a="http://schemas.openxmlformats.org/drawingml/2006/main" name="HPI">
  <a:themeElements>
    <a:clrScheme name="HPI">
      <a:dk1>
        <a:srgbClr val="5A6065"/>
      </a:dk1>
      <a:lt1>
        <a:srgbClr val="FFFFFF"/>
      </a:lt1>
      <a:dk2>
        <a:srgbClr val="5A6065"/>
      </a:dk2>
      <a:lt2>
        <a:srgbClr val="FFFFFF"/>
      </a:lt2>
      <a:accent1>
        <a:srgbClr val="B1063A"/>
      </a:accent1>
      <a:accent2>
        <a:srgbClr val="DD6108"/>
      </a:accent2>
      <a:accent3>
        <a:srgbClr val="F6A800"/>
      </a:accent3>
      <a:accent4>
        <a:srgbClr val="DDDFE0"/>
      </a:accent4>
      <a:accent5>
        <a:srgbClr val="ABAFB2"/>
      </a:accent5>
      <a:accent6>
        <a:srgbClr val="8B9094"/>
      </a:accent6>
      <a:hlink>
        <a:srgbClr val="B1063A"/>
      </a:hlink>
      <a:folHlink>
        <a:srgbClr val="B1063A"/>
      </a:folHlink>
    </a:clrScheme>
    <a:fontScheme name="HPI">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HPI-Template-V-1.0.2.potx [Schreibgeschützt]" id="{89922C48-4656-4547-B2DD-9F27E487AB34}" vid="{62B928AE-B76F-45DF-BE80-64D138639145}"/>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0</TotalTime>
  <Words>1977</Words>
  <Application>Microsoft Office PowerPoint</Application>
  <PresentationFormat>Widescreen</PresentationFormat>
  <Paragraphs>194</Paragraphs>
  <Slides>22</Slides>
  <Notes>6</Notes>
  <HiddenSlides>0</HiddenSlides>
  <MMClips>0</MMClips>
  <ScaleCrop>false</ScaleCrop>
  <HeadingPairs>
    <vt:vector size="6" baseType="variant">
      <vt:variant>
        <vt:lpstr>Fonts Used</vt:lpstr>
      </vt:variant>
      <vt:variant>
        <vt:i4>3</vt:i4>
      </vt:variant>
      <vt:variant>
        <vt:lpstr>Theme</vt:lpstr>
      </vt:variant>
      <vt:variant>
        <vt:i4>2</vt:i4>
      </vt:variant>
      <vt:variant>
        <vt:lpstr>Slide Titles</vt:lpstr>
      </vt:variant>
      <vt:variant>
        <vt:i4>22</vt:i4>
      </vt:variant>
    </vt:vector>
  </HeadingPairs>
  <TitlesOfParts>
    <vt:vector size="27" baseType="lpstr">
      <vt:lpstr>Arial</vt:lpstr>
      <vt:lpstr>Calibri</vt:lpstr>
      <vt:lpstr>Verdana</vt:lpstr>
      <vt:lpstr>HPI PPT-Template</vt:lpstr>
      <vt:lpstr>HPI</vt:lpstr>
      <vt:lpstr>Winter 25-26 PS -Robotic Sensing and Knowledge Transfer Learning in Safety-Critical Environments Organization &amp; Introduction</vt:lpstr>
      <vt:lpstr>Key Facts</vt:lpstr>
      <vt:lpstr>Dates</vt:lpstr>
      <vt:lpstr>Communicantion Plan</vt:lpstr>
      <vt:lpstr>Project Proposal</vt:lpstr>
      <vt:lpstr>Lecture Topics</vt:lpstr>
      <vt:lpstr>Foundation Models for Robotic Navigation and Rovers</vt:lpstr>
      <vt:lpstr>Foundation Models for Robotic Navigation and Rovers</vt:lpstr>
      <vt:lpstr>PowerPoint Presentation</vt:lpstr>
      <vt:lpstr>Goal &amp; Challenges</vt:lpstr>
      <vt:lpstr>Research Questions &amp; General Approach </vt:lpstr>
      <vt:lpstr>Scenario</vt:lpstr>
      <vt:lpstr>Research Goals</vt:lpstr>
      <vt:lpstr>Research Goals</vt:lpstr>
      <vt:lpstr>Approach</vt:lpstr>
      <vt:lpstr>Technology &amp; Deliverables</vt:lpstr>
      <vt:lpstr>Papers on Reinforcement Learning</vt:lpstr>
      <vt:lpstr>Papers on Meta-Reinforcement Learning</vt:lpstr>
      <vt:lpstr>Papers on Foundation Models</vt:lpstr>
      <vt:lpstr>Work, Deliverables and Grading</vt:lpstr>
      <vt:lpstr>Next Tasks</vt:lpstr>
      <vt:lpstr>END</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Summer Term 2020  Online Learning for  Self-Healing and  Self-Optimization   Org &amp; Introduction</dc:title>
  <dc:creator>Christian Adriano</dc:creator>
  <cp:lastModifiedBy>Adriano, Christian</cp:lastModifiedBy>
  <cp:revision>160</cp:revision>
  <dcterms:created xsi:type="dcterms:W3CDTF">2020-04-21T18:34:08Z</dcterms:created>
  <dcterms:modified xsi:type="dcterms:W3CDTF">2025-10-14T15:49:24Z</dcterms:modified>
</cp:coreProperties>
</file>